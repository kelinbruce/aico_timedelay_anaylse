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f96c255b7f4659" /><Relationship Type="http://schemas.openxmlformats.org/officeDocument/2006/relationships/extended-properties" Target="/docProps/app.xml" Id="R18fcdd43585a448c" /><Relationship Type="http://schemas.openxmlformats.org/officeDocument/2006/relationships/officeDocument" Target="/ppt/presentation.xml" Id="R881212f2b46347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15ea50125b40cc"/>
  </p:sldMasterIdLst>
  <p:notesMasterIdLst>
    <p:notesMasterId xmlns:r="http://schemas.openxmlformats.org/officeDocument/2006/relationships" r:id="Rb52150a639de46a3"/>
  </p:notesMasterIdLst>
  <p:sldIdLst>
    <p:sldId xmlns:r="http://schemas.openxmlformats.org/officeDocument/2006/relationships" id="256" r:id="R2bb8fd679bc84a1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43ae4ef8744e1a" /><Relationship Type="http://schemas.openxmlformats.org/officeDocument/2006/relationships/slideMaster" Target="/ppt/slideMasters/slideMaster1.xml" Id="R0e15ea50125b40cc" /><Relationship Type="http://schemas.openxmlformats.org/officeDocument/2006/relationships/notesMaster" Target="/ppt/notesMasters/notesMaster1.xml" Id="Rb52150a639de46a3" /><Relationship Type="http://schemas.openxmlformats.org/officeDocument/2006/relationships/presProps" Target="/ppt/presProps.xml" Id="Rf58fb44dd9da481a" /><Relationship Type="http://schemas.openxmlformats.org/officeDocument/2006/relationships/tableStyles" Target="/ppt/tableStyles.xml" Id="R9a2489d061744951" /><Relationship Type="http://schemas.openxmlformats.org/officeDocument/2006/relationships/slide" Target="/ppt/slides/slide1.xml" Id="R2bb8fd679bc84a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ffc745d58246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67ba7c1e8c44de" /><Relationship Type="http://schemas.openxmlformats.org/officeDocument/2006/relationships/notesMaster" Target="/ppt/notesMasters/notesMaster1.xml" Id="Rd4b768cc6f5344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b5823fb3e4c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4963d434a742aa" /><Relationship Type="http://schemas.openxmlformats.org/officeDocument/2006/relationships/slideLayout" Target="/ppt/slideLayouts/slideLayout1.xml" Id="Rf1300a66ea1147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300a66ea1147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deff8d6a74859" /><Relationship Type="http://schemas.openxmlformats.org/officeDocument/2006/relationships/notesSlide" Target="/ppt/notesSlides/notesSlide1.xml" Id="R72d432c00e6847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network-line-0.8878858680499718">
            <a:extLst xmlns:a="http://schemas.openxmlformats.org/drawingml/2006/main">
              <a:ext uri="{FF2B5EF4-FFF2-40B4-BE49-F238E27FC236}">
                <a16:creationId xmlns:a16="http://schemas.microsoft.com/office/drawing/2014/main" id="{7C2CAE10-AE47-409F-B69E-13CC33DC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28700"/>
            <a:ext cx="1714500" cy="-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" name="network-line-0.7360995295725716">
            <a:extLst xmlns:a="http://schemas.openxmlformats.org/drawingml/2006/main">
              <a:ext uri="{FF2B5EF4-FFF2-40B4-BE49-F238E27FC236}">
                <a16:creationId xmlns:a16="http://schemas.microsoft.com/office/drawing/2014/main" id="{20EC7774-BD69-4109-BA0D-DCFC5738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6700"/>
            <a:ext cx="1905000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" name="network-line-0.10586348368912746">
            <a:extLst xmlns:a="http://schemas.openxmlformats.org/drawingml/2006/main">
              <a:ext uri="{FF2B5EF4-FFF2-40B4-BE49-F238E27FC236}">
                <a16:creationId xmlns:a16="http://schemas.microsoft.com/office/drawing/2014/main" id="{B4229603-4084-44F2-9BBC-D276D1BF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28750"/>
            <a:ext cx="2667000" cy="-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network-line-0.7147440992156492">
            <a:extLst xmlns:a="http://schemas.openxmlformats.org/drawingml/2006/main">
              <a:ext uri="{FF2B5EF4-FFF2-40B4-BE49-F238E27FC236}">
                <a16:creationId xmlns:a16="http://schemas.microsoft.com/office/drawing/2014/main" id="{55C3F4E6-D729-4028-9FE7-2C844901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"/>
            <a:ext cx="2381250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network-line-0.6872593174062618">
            <a:extLst xmlns:a="http://schemas.openxmlformats.org/drawingml/2006/main">
              <a:ext uri="{FF2B5EF4-FFF2-40B4-BE49-F238E27FC236}">
                <a16:creationId xmlns:a16="http://schemas.microsoft.com/office/drawing/2014/main" id="{F3DE7B95-1162-48EF-9E52-21220AC4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62100"/>
            <a:ext cx="2381250" cy="-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network-line-0.14447501206654279">
            <a:extLst xmlns:a="http://schemas.openxmlformats.org/drawingml/2006/main">
              <a:ext uri="{FF2B5EF4-FFF2-40B4-BE49-F238E27FC236}">
                <a16:creationId xmlns:a16="http://schemas.microsoft.com/office/drawing/2014/main" id="{F1E06C96-6511-4220-8EE7-3110E5F2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114300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network-dot-0.15705187768732787">
            <a:extLst xmlns:a="http://schemas.openxmlformats.org/drawingml/2006/main">
              <a:ext uri="{FF2B5EF4-FFF2-40B4-BE49-F238E27FC236}">
                <a16:creationId xmlns:a16="http://schemas.microsoft.com/office/drawing/2014/main" id="{E8A853D0-EFAC-4FD3-BBEE-E8A6560B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8" name="network-dot-0.17475713810603866">
            <a:extLst xmlns:a="http://schemas.openxmlformats.org/drawingml/2006/main">
              <a:ext uri="{FF2B5EF4-FFF2-40B4-BE49-F238E27FC236}">
                <a16:creationId xmlns:a16="http://schemas.microsoft.com/office/drawing/2014/main" id="{E59966A9-6E90-42C1-82DC-7FA575B2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9" name="network-dot-0.40068392553682164">
            <a:extLst xmlns:a="http://schemas.openxmlformats.org/drawingml/2006/main">
              <a:ext uri="{FF2B5EF4-FFF2-40B4-BE49-F238E27FC236}">
                <a16:creationId xmlns:a16="http://schemas.microsoft.com/office/drawing/2014/main" id="{FA2156FF-248A-4A21-A044-EF403A94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10" name="network-dot-0.1124090360993445">
            <a:extLst xmlns:a="http://schemas.openxmlformats.org/drawingml/2006/main">
              <a:ext uri="{FF2B5EF4-FFF2-40B4-BE49-F238E27FC236}">
                <a16:creationId xmlns:a16="http://schemas.microsoft.com/office/drawing/2014/main" id="{A1315CDA-485A-4457-A609-27715836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11" name="network-dot-0.3768866184081463">
            <a:extLst xmlns:a="http://schemas.openxmlformats.org/drawingml/2006/main">
              <a:ext uri="{FF2B5EF4-FFF2-40B4-BE49-F238E27FC236}">
                <a16:creationId xmlns:a16="http://schemas.microsoft.com/office/drawing/2014/main" id="{4A327370-4F52-41A9-8C8E-127FAE0E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24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12" name="network-dot-0.6142436123961738">
            <a:extLst xmlns:a="http://schemas.openxmlformats.org/drawingml/2006/main">
              <a:ext uri="{FF2B5EF4-FFF2-40B4-BE49-F238E27FC236}">
                <a16:creationId xmlns:a16="http://schemas.microsoft.com/office/drawing/2014/main" id="{431CFBD5-06EB-45C3-B0BA-E4E0ACEF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6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13" name="network-dot-0.12551687536521272">
            <a:extLst xmlns:a="http://schemas.openxmlformats.org/drawingml/2006/main">
              <a:ext uri="{FF2B5EF4-FFF2-40B4-BE49-F238E27FC236}">
                <a16:creationId xmlns:a16="http://schemas.microsoft.com/office/drawing/2014/main" id="{4E263DCE-2495-4658-8525-8E883BB5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781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14" name="network-line-0.009328692914646552">
            <a:extLst xmlns:a="http://schemas.openxmlformats.org/drawingml/2006/main">
              <a:ext uri="{FF2B5EF4-FFF2-40B4-BE49-F238E27FC236}">
                <a16:creationId xmlns:a16="http://schemas.microsoft.com/office/drawing/2014/main" id="{571B3B5F-6ABE-4349-94D2-7F3CB552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28950"/>
            <a:ext cx="2286000" cy="-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network-line-0.49678325653384237">
            <a:extLst xmlns:a="http://schemas.openxmlformats.org/drawingml/2006/main">
              <a:ext uri="{FF2B5EF4-FFF2-40B4-BE49-F238E27FC236}">
                <a16:creationId xmlns:a16="http://schemas.microsoft.com/office/drawing/2014/main" id="{A75240D3-FBB1-4951-9AB2-9FC87D1D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14500"/>
            <a:ext cx="238125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6" name="network-line-0.13543109633098338">
            <a:extLst xmlns:a="http://schemas.openxmlformats.org/drawingml/2006/main">
              <a:ext uri="{FF2B5EF4-FFF2-40B4-BE49-F238E27FC236}">
                <a16:creationId xmlns:a16="http://schemas.microsoft.com/office/drawing/2014/main" id="{640D117B-8AC0-4A7D-889F-4C56CED2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05100"/>
            <a:ext cx="2190750" cy="-1371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network-line-0.5952518907814657">
            <a:extLst xmlns:a="http://schemas.openxmlformats.org/drawingml/2006/main">
              <a:ext uri="{FF2B5EF4-FFF2-40B4-BE49-F238E27FC236}">
                <a16:creationId xmlns:a16="http://schemas.microsoft.com/office/drawing/2014/main" id="{76CBC44B-8062-4FB2-B973-97CB2370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33500"/>
            <a:ext cx="2952750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network-line-0.24638575588061684">
            <a:extLst xmlns:a="http://schemas.openxmlformats.org/drawingml/2006/main">
              <a:ext uri="{FF2B5EF4-FFF2-40B4-BE49-F238E27FC236}">
                <a16:creationId xmlns:a16="http://schemas.microsoft.com/office/drawing/2014/main" id="{D57E645F-0986-4BC8-9B49-30EB70F7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47950"/>
            <a:ext cx="2286000" cy="-1447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network-dot-0.6710636675048333">
            <a:extLst xmlns:a="http://schemas.openxmlformats.org/drawingml/2006/main">
              <a:ext uri="{FF2B5EF4-FFF2-40B4-BE49-F238E27FC236}">
                <a16:creationId xmlns:a16="http://schemas.microsoft.com/office/drawing/2014/main" id="{ABE442C8-E9EE-4FBF-A6B4-9D90E550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20" name="network-dot-0.9545815440483919">
            <a:extLst xmlns:a="http://schemas.openxmlformats.org/drawingml/2006/main">
              <a:ext uri="{FF2B5EF4-FFF2-40B4-BE49-F238E27FC236}">
                <a16:creationId xmlns:a16="http://schemas.microsoft.com/office/drawing/2014/main" id="{997F2559-A38F-4A36-9D0F-57AE6B7B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76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21" name="network-dot-0.17492931492897257">
            <a:extLst xmlns:a="http://schemas.openxmlformats.org/drawingml/2006/main">
              <a:ext uri="{FF2B5EF4-FFF2-40B4-BE49-F238E27FC236}">
                <a16:creationId xmlns:a16="http://schemas.microsoft.com/office/drawing/2014/main" id="{D3E2AEEA-D23C-4729-81B7-652AEAE2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67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22" name="network-dot-0.5340463296169046">
            <a:extLst xmlns:a="http://schemas.openxmlformats.org/drawingml/2006/main">
              <a:ext uri="{FF2B5EF4-FFF2-40B4-BE49-F238E27FC236}">
                <a16:creationId xmlns:a16="http://schemas.microsoft.com/office/drawing/2014/main" id="{E50F2FE9-B797-4BC6-8D29-10A7C672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295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23" name="network-dot-0.3030139105056515">
            <a:extLst xmlns:a="http://schemas.openxmlformats.org/drawingml/2006/main">
              <a:ext uri="{FF2B5EF4-FFF2-40B4-BE49-F238E27FC236}">
                <a16:creationId xmlns:a16="http://schemas.microsoft.com/office/drawing/2014/main" id="{8B2185E0-5AED-455A-89A7-E117EFF9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09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24" name="network-dot-0.8050363115975038">
            <a:extLst xmlns:a="http://schemas.openxmlformats.org/drawingml/2006/main">
              <a:ext uri="{FF2B5EF4-FFF2-40B4-BE49-F238E27FC236}">
                <a16:creationId xmlns:a16="http://schemas.microsoft.com/office/drawing/2014/main" id="{C86A7466-2655-40C6-866E-867C5EAB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1162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25" name="network-line-0.8957803728209297">
            <a:extLst xmlns:a="http://schemas.openxmlformats.org/drawingml/2006/main">
              <a:ext uri="{FF2B5EF4-FFF2-40B4-BE49-F238E27FC236}">
                <a16:creationId xmlns:a16="http://schemas.microsoft.com/office/drawing/2014/main" id="{5EB6D11A-1104-4706-B37A-D8D71207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905000" cy="-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6" name="network-line-0.9200937453649001">
            <a:extLst xmlns:a="http://schemas.openxmlformats.org/drawingml/2006/main">
              <a:ext uri="{FF2B5EF4-FFF2-40B4-BE49-F238E27FC236}">
                <a16:creationId xmlns:a16="http://schemas.microsoft.com/office/drawing/2014/main" id="{387E7D5B-ADC8-4C90-BBF4-F225195D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95750"/>
            <a:ext cx="200025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7" name="network-line-0.3289900249258769">
            <a:extLst xmlns:a="http://schemas.openxmlformats.org/drawingml/2006/main">
              <a:ext uri="{FF2B5EF4-FFF2-40B4-BE49-F238E27FC236}">
                <a16:creationId xmlns:a16="http://schemas.microsoft.com/office/drawing/2014/main" id="{D2A88887-3D57-479C-A4B7-5842A481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53000"/>
            <a:ext cx="2419350" cy="-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8" name="network-line-0.9348408360421441">
            <a:extLst xmlns:a="http://schemas.openxmlformats.org/drawingml/2006/main">
              <a:ext uri="{FF2B5EF4-FFF2-40B4-BE49-F238E27FC236}">
                <a16:creationId xmlns:a16="http://schemas.microsoft.com/office/drawing/2014/main" id="{BA2CB1E9-62F9-4F1A-A4F8-55B13CCB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14750"/>
            <a:ext cx="2362200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9" name="network-line-0.7841411176271967">
            <a:extLst xmlns:a="http://schemas.openxmlformats.org/drawingml/2006/main">
              <a:ext uri="{FF2B5EF4-FFF2-40B4-BE49-F238E27FC236}">
                <a16:creationId xmlns:a16="http://schemas.microsoft.com/office/drawing/2014/main" id="{637F84AF-58BA-4C31-BCDA-1C58C363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33950"/>
            <a:ext cx="2343150" cy="-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0" name="network-dot-0.7469124313674249">
            <a:extLst xmlns:a="http://schemas.openxmlformats.org/drawingml/2006/main">
              <a:ext uri="{FF2B5EF4-FFF2-40B4-BE49-F238E27FC236}">
                <a16:creationId xmlns:a16="http://schemas.microsoft.com/office/drawing/2014/main" id="{BB9D7EDA-22A2-46B0-A746-9C503D77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05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31" name="network-dot-0.28660240715204743">
            <a:extLst xmlns:a="http://schemas.openxmlformats.org/drawingml/2006/main">
              <a:ext uri="{FF2B5EF4-FFF2-40B4-BE49-F238E27FC236}">
                <a16:creationId xmlns:a16="http://schemas.microsoft.com/office/drawing/2014/main" id="{18CDFD9B-24E9-4FE5-8C9D-6430C5D8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32" name="network-dot-0.6449897677904829">
            <a:extLst xmlns:a="http://schemas.openxmlformats.org/drawingml/2006/main">
              <a:ext uri="{FF2B5EF4-FFF2-40B4-BE49-F238E27FC236}">
                <a16:creationId xmlns:a16="http://schemas.microsoft.com/office/drawing/2014/main" id="{7E120E10-AB85-49C0-84D4-4F7757A6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14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33" name="network-dot-0.259315333392362">
            <a:extLst xmlns:a="http://schemas.openxmlformats.org/drawingml/2006/main">
              <a:ext uri="{FF2B5EF4-FFF2-40B4-BE49-F238E27FC236}">
                <a16:creationId xmlns:a16="http://schemas.microsoft.com/office/drawing/2014/main" id="{B2975775-641E-4C52-A2C6-2D853FEB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76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34" name="network-dot-0.2499093825573332">
            <a:extLst xmlns:a="http://schemas.openxmlformats.org/drawingml/2006/main">
              <a:ext uri="{FF2B5EF4-FFF2-40B4-BE49-F238E27FC236}">
                <a16:creationId xmlns:a16="http://schemas.microsoft.com/office/drawing/2014/main" id="{23DA7F89-A57E-4D7E-B98B-F8C2F8E2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95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35" name="network-dot-0.4626699741525486">
            <a:extLst xmlns:a="http://schemas.openxmlformats.org/drawingml/2006/main">
              <a:ext uri="{FF2B5EF4-FFF2-40B4-BE49-F238E27FC236}">
                <a16:creationId xmlns:a16="http://schemas.microsoft.com/office/drawing/2014/main" id="{EAFD1489-0A12-4E6E-A29E-92B59B31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36" name="bottom-gold-band">
            <a:extLst xmlns:a="http://schemas.openxmlformats.org/drawingml/2006/main">
              <a:ext uri="{FF2B5EF4-FFF2-40B4-BE49-F238E27FC236}">
                <a16:creationId xmlns:a16="http://schemas.microsoft.com/office/drawing/2014/main" id="{C4E3B847-1586-4785-B30D-41F1F543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14950"/>
            <a:ext cx="12192000" cy="12573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0">
            <a:solidFill>
              <a:srgbClr val="E9BE95"/>
            </a:solidFill>
            <a:prstDash val="solid"/>
          </a:ln>
        </p:spPr>
      </p:sp>
      <p:sp>
        <p:nvSpPr>
          <p:cNvPr id="37" name="bottom-red-band">
            <a:extLst xmlns:a="http://schemas.openxmlformats.org/drawingml/2006/main">
              <a:ext uri="{FF2B5EF4-FFF2-40B4-BE49-F238E27FC236}">
                <a16:creationId xmlns:a16="http://schemas.microsoft.com/office/drawing/2014/main" id="{2FD908AD-A4C7-4157-A282-8B228FD8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38" name="logo">
            <a:extLst xmlns:a="http://schemas.openxmlformats.org/drawingml/2006/main">
              <a:ext uri="{FF2B5EF4-FFF2-40B4-BE49-F238E27FC236}">
                <a16:creationId xmlns:a16="http://schemas.microsoft.com/office/drawing/2014/main" id="{71A31D2F-EE68-4DE3-AF03-BAD86F3A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rPr>
              <a:t>NextAgent</a:t>
            </a:r>
          </a:p>
        </p:txBody>
      </p:sp>
      <p:sp>
        <p:nvSpPr>
          <p:cNvPr id="39" name="title">
            <a:extLst xmlns:a="http://schemas.openxmlformats.org/drawingml/2006/main">
              <a:ext uri="{FF2B5EF4-FFF2-40B4-BE49-F238E27FC236}">
                <a16:creationId xmlns:a16="http://schemas.microsoft.com/office/drawing/2014/main" id="{725CE82A-C681-463A-B1F7-E87102B0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5275"/>
            <a:ext cx="331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rPr>
              <a:t>可观测特性进展汇报</a:t>
            </a:r>
          </a:p>
        </p:txBody>
      </p:sp>
      <p:sp>
        <p:nvSpPr>
          <p:cNvPr id="40" name="en">
            <a:extLst xmlns:a="http://schemas.openxmlformats.org/drawingml/2006/main">
              <a:ext uri="{FF2B5EF4-FFF2-40B4-BE49-F238E27FC236}">
                <a16:creationId xmlns:a16="http://schemas.microsoft.com/office/drawing/2014/main" id="{032704B0-D8F5-478C-8337-48A9BE27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857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138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2E3138"/>
                </a:solidFill>
                <a:latin typeface="Georgia"/>
                <a:ea typeface="Georgia"/>
                <a:cs typeface="Georgia"/>
              </a:rPr>
              <a:t>OBSERVABILITY PROGRESS</a:t>
            </a:r>
          </a:p>
        </p:txBody>
      </p:sp>
      <p:sp>
        <p:nvSpPr>
          <p:cNvPr id="41" name="motto">
            <a:extLst xmlns:a="http://schemas.openxmlformats.org/drawingml/2006/main">
              <a:ext uri="{FF2B5EF4-FFF2-40B4-BE49-F238E27FC236}">
                <a16:creationId xmlns:a16="http://schemas.microsoft.com/office/drawing/2014/main" id="{05861179-D415-40E7-B639-86E8D393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28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可解释 · 可追溯 · 可治理</a:t>
            </a:r>
          </a:p>
        </p:txBody>
      </p:sp>
      <p:sp>
        <p:nvSpPr>
          <p:cNvPr id="42" name="motto-line">
            <a:extLst xmlns:a="http://schemas.openxmlformats.org/drawingml/2006/main">
              <a:ext uri="{FF2B5EF4-FFF2-40B4-BE49-F238E27FC236}">
                <a16:creationId xmlns:a16="http://schemas.microsoft.com/office/drawing/2014/main" id="{4F67AC10-FC38-4FA7-B664-84046814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66750"/>
            <a:ext cx="238125" cy="285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43" name="target-box">
            <a:extLst xmlns:a="http://schemas.openxmlformats.org/drawingml/2006/main">
              <a:ext uri="{FF2B5EF4-FFF2-40B4-BE49-F238E27FC236}">
                <a16:creationId xmlns:a16="http://schemas.microsoft.com/office/drawing/2014/main" id="{18764793-4612-4CF1-9FB7-A7211829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10871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F0C4C7"/>
            </a:solidFill>
            <a:prstDash val="solid"/>
          </a:ln>
        </p:spPr>
      </p:sp>
      <p:sp>
        <p:nvSpPr>
          <p:cNvPr id="44" name="target-small">
            <a:extLst xmlns:a="http://schemas.openxmlformats.org/drawingml/2006/main">
              <a:ext uri="{FF2B5EF4-FFF2-40B4-BE49-F238E27FC236}">
                <a16:creationId xmlns:a16="http://schemas.microsoft.com/office/drawing/2014/main" id="{CF12B1E3-EEDE-4C40-942D-B05B8B79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rPr>
              <a:t>WHAT / 目标牵引</a:t>
            </a:r>
          </a:p>
        </p:txBody>
      </p:sp>
      <p:sp>
        <p:nvSpPr>
          <p:cNvPr id="45" name="target-large">
            <a:extLst xmlns:a="http://schemas.openxmlformats.org/drawingml/2006/main">
              <a:ext uri="{FF2B5EF4-FFF2-40B4-BE49-F238E27FC236}">
                <a16:creationId xmlns:a16="http://schemas.microsoft.com/office/drawing/2014/main" id="{CCB31FEE-A82E-4BD5-A8DD-4E1F181D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rPr>
              <a:t>黑盒目标</a:t>
            </a:r>
          </a:p>
        </p:txBody>
      </p:sp>
      <p:sp>
        <p:nvSpPr>
          <p:cNvPr id="46" name="target-divider">
            <a:extLst xmlns:a="http://schemas.openxmlformats.org/drawingml/2006/main">
              <a:ext uri="{FF2B5EF4-FFF2-40B4-BE49-F238E27FC236}">
                <a16:creationId xmlns:a16="http://schemas.microsoft.com/office/drawing/2014/main" id="{F2E56917-2031-44FB-AA0A-C837BE6C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0858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DEE2"/>
            </a:solidFill>
            <a:prstDash val="solid"/>
          </a:ln>
        </p:spPr>
      </p:sp>
      <p:sp>
        <p:nvSpPr>
          <p:cNvPr id="47" name="target-red-0">
            <a:extLst xmlns:a="http://schemas.openxmlformats.org/drawingml/2006/main">
              <a:ext uri="{FF2B5EF4-FFF2-40B4-BE49-F238E27FC236}">
                <a16:creationId xmlns:a16="http://schemas.microsoft.com/office/drawing/2014/main" id="{43948159-2BDC-4008-85FA-F83CADD3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009650"/>
            <a:ext cx="38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48" name="target-line-0">
            <a:extLst xmlns:a="http://schemas.openxmlformats.org/drawingml/2006/main">
              <a:ext uri="{FF2B5EF4-FFF2-40B4-BE49-F238E27FC236}">
                <a16:creationId xmlns:a16="http://schemas.microsoft.com/office/drawing/2014/main" id="{3F31F1BA-DD41-4DCB-BE62-EF88F36E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990600"/>
            <a:ext cx="847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从用户侧看：长链路任务有进度、有阶段、有结果来源，不再只是“执行中”。</a:t>
            </a:r>
          </a:p>
        </p:txBody>
      </p:sp>
      <p:sp>
        <p:nvSpPr>
          <p:cNvPr id="49" name="target-red-1">
            <a:extLst xmlns:a="http://schemas.openxmlformats.org/drawingml/2006/main">
              <a:ext uri="{FF2B5EF4-FFF2-40B4-BE49-F238E27FC236}">
                <a16:creationId xmlns:a16="http://schemas.microsoft.com/office/drawing/2014/main" id="{014C0DEA-0B8F-4322-B410-8B60D13E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219200"/>
            <a:ext cx="38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50" name="target-line-1">
            <a:extLst xmlns:a="http://schemas.openxmlformats.org/drawingml/2006/main">
              <a:ext uri="{FF2B5EF4-FFF2-40B4-BE49-F238E27FC236}">
                <a16:creationId xmlns:a16="http://schemas.microsoft.com/office/drawing/2014/main" id="{1DEBF6A2-FF57-48C4-AD25-4AD44558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200150"/>
            <a:ext cx="847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从系统侧看：RAG、模型、工具、网关的耗时、token、状态和异常能串成一条证据链。</a:t>
            </a:r>
          </a:p>
        </p:txBody>
      </p:sp>
      <p:sp>
        <p:nvSpPr>
          <p:cNvPr id="51" name="target-red-2">
            <a:extLst xmlns:a="http://schemas.openxmlformats.org/drawingml/2006/main">
              <a:ext uri="{FF2B5EF4-FFF2-40B4-BE49-F238E27FC236}">
                <a16:creationId xmlns:a16="http://schemas.microsoft.com/office/drawing/2014/main" id="{BEA6B016-397D-4A80-971F-A524452F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428750"/>
            <a:ext cx="38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52" name="target-line-2">
            <a:extLst xmlns:a="http://schemas.openxmlformats.org/drawingml/2006/main">
              <a:ext uri="{FF2B5EF4-FFF2-40B4-BE49-F238E27FC236}">
                <a16:creationId xmlns:a16="http://schemas.microsoft.com/office/drawing/2014/main" id="{7E7E9D16-D284-499C-A088-4B5F9EA8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409700"/>
            <a:ext cx="847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从治理侧看：AI 资源访问、能力调用、脱敏输出和审计证据可追溯、可复盘。</a:t>
            </a:r>
          </a:p>
        </p:txBody>
      </p:sp>
      <p:sp>
        <p:nvSpPr>
          <p:cNvPr id="53" name="need-bg">
            <a:extLst xmlns:a="http://schemas.openxmlformats.org/drawingml/2006/main">
              <a:ext uri="{FF2B5EF4-FFF2-40B4-BE49-F238E27FC236}">
                <a16:creationId xmlns:a16="http://schemas.microsoft.com/office/drawing/2014/main" id="{0630C144-1258-4AEF-81F1-A650A891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581400" cy="3476625"/>
          </a:xfrm>
          <a:prstGeom xmlns:a="http://schemas.openxmlformats.org/drawingml/2006/main" prst="roundRect">
            <a:avLst>
              <a:gd name="adj" fmla="val 1096"/>
            </a:avLst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9525">
            <a:solidFill>
              <a:srgbClr val="DBDEE2"/>
            </a:solidFill>
            <a:prstDash val="solid"/>
          </a:ln>
        </p:spPr>
      </p:sp>
      <p:sp>
        <p:nvSpPr>
          <p:cNvPr id="54" name="need-top">
            <a:extLst xmlns:a="http://schemas.openxmlformats.org/drawingml/2006/main">
              <a:ext uri="{FF2B5EF4-FFF2-40B4-BE49-F238E27FC236}">
                <a16:creationId xmlns:a16="http://schemas.microsoft.com/office/drawing/2014/main" id="{D43C2075-C1C6-49BE-B36A-EFE50534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581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55" name="num-1">
            <a:extLst xmlns:a="http://schemas.openxmlformats.org/drawingml/2006/main">
              <a:ext uri="{FF2B5EF4-FFF2-40B4-BE49-F238E27FC236}">
                <a16:creationId xmlns:a16="http://schemas.microsoft.com/office/drawing/2014/main" id="{1B310BF7-1D71-42F7-BF7D-68E497C1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6" name="title-line-1">
            <a:extLst xmlns:a="http://schemas.openxmlformats.org/drawingml/2006/main">
              <a:ext uri="{FF2B5EF4-FFF2-40B4-BE49-F238E27FC236}">
                <a16:creationId xmlns:a16="http://schemas.microsoft.com/office/drawing/2014/main" id="{C0D3CF00-5F94-47D7-B9B2-2C729901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33600"/>
            <a:ext cx="304800" cy="381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57" name="title-1">
            <a:extLst xmlns:a="http://schemas.openxmlformats.org/drawingml/2006/main">
              <a:ext uri="{FF2B5EF4-FFF2-40B4-BE49-F238E27FC236}">
                <a16:creationId xmlns:a16="http://schemas.microsoft.com/office/drawing/2014/main" id="{646131E6-FFAB-4250-A1CB-338172CD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38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业务诉求</a:t>
            </a:r>
          </a:p>
        </p:txBody>
      </p:sp>
      <p:sp>
        <p:nvSpPr>
          <p:cNvPr id="58" name="card-title-rule-1">
            <a:extLst xmlns:a="http://schemas.openxmlformats.org/drawingml/2006/main">
              <a:ext uri="{FF2B5EF4-FFF2-40B4-BE49-F238E27FC236}">
                <a16:creationId xmlns:a16="http://schemas.microsoft.com/office/drawing/2014/main" id="{0EF1FD02-A39B-41D0-93EB-469CCF64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9077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DEE2"/>
            </a:solidFill>
            <a:prstDash val="solid"/>
          </a:ln>
        </p:spPr>
      </p:sp>
      <p:sp>
        <p:nvSpPr>
          <p:cNvPr id="59" name="need-item-0">
            <a:extLst xmlns:a="http://schemas.openxmlformats.org/drawingml/2006/main">
              <a:ext uri="{FF2B5EF4-FFF2-40B4-BE49-F238E27FC236}">
                <a16:creationId xmlns:a16="http://schemas.microsoft.com/office/drawing/2014/main" id="{EB3DA44F-1691-4A58-BECB-E9E48E68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32575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need-red-0">
            <a:extLst xmlns:a="http://schemas.openxmlformats.org/drawingml/2006/main">
              <a:ext uri="{FF2B5EF4-FFF2-40B4-BE49-F238E27FC236}">
                <a16:creationId xmlns:a16="http://schemas.microsoft.com/office/drawing/2014/main" id="{41C734D4-16AF-4823-A187-6EB92FF6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61" name="need-title-0">
            <a:extLst xmlns:a="http://schemas.openxmlformats.org/drawingml/2006/main">
              <a:ext uri="{FF2B5EF4-FFF2-40B4-BE49-F238E27FC236}">
                <a16:creationId xmlns:a16="http://schemas.microsoft.com/office/drawing/2014/main" id="{AD5A5067-1DEE-4F05-9ADA-2E68426B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19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rPr>
              <a:t>运行过程可感知</a:t>
            </a:r>
          </a:p>
        </p:txBody>
      </p:sp>
      <p:sp>
        <p:nvSpPr>
          <p:cNvPr id="62" name="need-desc-0">
            <a:extLst xmlns:a="http://schemas.openxmlformats.org/drawingml/2006/main">
              <a:ext uri="{FF2B5EF4-FFF2-40B4-BE49-F238E27FC236}">
                <a16:creationId xmlns:a16="http://schemas.microsoft.com/office/drawing/2014/main" id="{79B6BBF9-5708-43BE-8CAA-3D31A63D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0035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模型 loop 时间长：多轮思考、RAG 检索、工具执行会拉长周期，需要展示阶段、进度和首个输出。</a:t>
            </a:r>
          </a:p>
        </p:txBody>
      </p:sp>
      <p:sp>
        <p:nvSpPr>
          <p:cNvPr id="63" name="need-item-1">
            <a:extLst xmlns:a="http://schemas.openxmlformats.org/drawingml/2006/main">
              <a:ext uri="{FF2B5EF4-FFF2-40B4-BE49-F238E27FC236}">
                <a16:creationId xmlns:a16="http://schemas.microsoft.com/office/drawing/2014/main" id="{51375C86-FEDB-4CF8-9CFA-725F4A72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32575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need-red-1">
            <a:extLst xmlns:a="http://schemas.openxmlformats.org/drawingml/2006/main">
              <a:ext uri="{FF2B5EF4-FFF2-40B4-BE49-F238E27FC236}">
                <a16:creationId xmlns:a16="http://schemas.microsoft.com/office/drawing/2014/main" id="{1400D700-E750-4196-B539-B44379D5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65" name="need-title-1">
            <a:extLst xmlns:a="http://schemas.openxmlformats.org/drawingml/2006/main">
              <a:ext uri="{FF2B5EF4-FFF2-40B4-BE49-F238E27FC236}">
                <a16:creationId xmlns:a16="http://schemas.microsoft.com/office/drawing/2014/main" id="{25BB94EC-5D68-4090-998F-325EC619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3337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rPr>
              <a:t>答案来源可解释</a:t>
            </a:r>
          </a:p>
        </p:txBody>
      </p:sp>
      <p:sp>
        <p:nvSpPr>
          <p:cNvPr id="66" name="need-desc-1">
            <a:extLst xmlns:a="http://schemas.openxmlformats.org/drawingml/2006/main">
              <a:ext uri="{FF2B5EF4-FFF2-40B4-BE49-F238E27FC236}">
                <a16:creationId xmlns:a16="http://schemas.microsoft.com/office/drawing/2014/main" id="{B65CBA59-1ADF-405A-81B6-E86F07F0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51472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网络诊断要有依据：需要看到关键思考、知识来源、工具/技能选择和执行步骤。</a:t>
            </a:r>
          </a:p>
        </p:txBody>
      </p:sp>
      <p:sp>
        <p:nvSpPr>
          <p:cNvPr id="67" name="need-item-2">
            <a:extLst xmlns:a="http://schemas.openxmlformats.org/drawingml/2006/main">
              <a:ext uri="{FF2B5EF4-FFF2-40B4-BE49-F238E27FC236}">
                <a16:creationId xmlns:a16="http://schemas.microsoft.com/office/drawing/2014/main" id="{A2FADC75-0EA4-4664-B18C-8E70F4E1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32575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need-red-2">
            <a:extLst xmlns:a="http://schemas.openxmlformats.org/drawingml/2006/main">
              <a:ext uri="{FF2B5EF4-FFF2-40B4-BE49-F238E27FC236}">
                <a16:creationId xmlns:a16="http://schemas.microsoft.com/office/drawing/2014/main" id="{5686B724-EA06-4E06-B135-9EF6D8D9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69" name="need-title-2">
            <a:extLst xmlns:a="http://schemas.openxmlformats.org/drawingml/2006/main">
              <a:ext uri="{FF2B5EF4-FFF2-40B4-BE49-F238E27FC236}">
                <a16:creationId xmlns:a16="http://schemas.microsoft.com/office/drawing/2014/main" id="{611E0ECB-3E7C-414B-A138-5900375A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481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rPr>
              <a:t>异常定位可追踪</a:t>
            </a:r>
          </a:p>
        </p:txBody>
      </p:sp>
      <p:sp>
        <p:nvSpPr>
          <p:cNvPr id="70" name="need-desc-2">
            <a:extLst xmlns:a="http://schemas.openxmlformats.org/drawingml/2006/main">
              <a:ext uri="{FF2B5EF4-FFF2-40B4-BE49-F238E27FC236}">
                <a16:creationId xmlns:a16="http://schemas.microsoft.com/office/drawing/2014/main" id="{D4EE4E0C-6C8C-4E81-ADF1-6EC4D9C1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22910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链路跨边界：RAG、模型、工具、沙箱、网关任一环节退化，都要定位边界、原因码和影响范围。</a:t>
            </a:r>
          </a:p>
        </p:txBody>
      </p:sp>
      <p:sp>
        <p:nvSpPr>
          <p:cNvPr id="71" name="need-item-3">
            <a:extLst xmlns:a="http://schemas.openxmlformats.org/drawingml/2006/main">
              <a:ext uri="{FF2B5EF4-FFF2-40B4-BE49-F238E27FC236}">
                <a16:creationId xmlns:a16="http://schemas.microsoft.com/office/drawing/2014/main" id="{EE238D7B-3F75-48C1-8310-DC8785DE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32575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need-red-3">
            <a:extLst xmlns:a="http://schemas.openxmlformats.org/drawingml/2006/main">
              <a:ext uri="{FF2B5EF4-FFF2-40B4-BE49-F238E27FC236}">
                <a16:creationId xmlns:a16="http://schemas.microsoft.com/office/drawing/2014/main" id="{D5C2E098-4DD3-4C47-908C-55DAC611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73" name="need-title-3">
            <a:extLst xmlns:a="http://schemas.openxmlformats.org/drawingml/2006/main">
              <a:ext uri="{FF2B5EF4-FFF2-40B4-BE49-F238E27FC236}">
                <a16:creationId xmlns:a16="http://schemas.microsoft.com/office/drawing/2014/main" id="{C746A75B-C065-4592-82BC-68B44DBE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7625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rPr>
              <a:t>治理证据可留痕</a:t>
            </a:r>
          </a:p>
        </p:txBody>
      </p:sp>
      <p:sp>
        <p:nvSpPr>
          <p:cNvPr id="74" name="need-desc-3">
            <a:extLst xmlns:a="http://schemas.openxmlformats.org/drawingml/2006/main">
              <a:ext uri="{FF2B5EF4-FFF2-40B4-BE49-F238E27FC236}">
                <a16:creationId xmlns:a16="http://schemas.microsoft.com/office/drawing/2014/main" id="{0767A8CC-4933-474B-BEAF-1845B600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4347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AI 资源有法规要求：模型访问、能力调用、策略拒绝和安全脱敏必须自动留痕。</a:t>
            </a:r>
          </a:p>
        </p:txBody>
      </p:sp>
      <p:sp>
        <p:nvSpPr>
          <p:cNvPr id="75" name="tech-bg">
            <a:extLst xmlns:a="http://schemas.openxmlformats.org/drawingml/2006/main">
              <a:ext uri="{FF2B5EF4-FFF2-40B4-BE49-F238E27FC236}">
                <a16:creationId xmlns:a16="http://schemas.microsoft.com/office/drawing/2014/main" id="{B5606E28-B320-4F38-9168-DF6C9322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581400" cy="3476625"/>
          </a:xfrm>
          <a:prstGeom xmlns:a="http://schemas.openxmlformats.org/drawingml/2006/main" prst="roundRect">
            <a:avLst>
              <a:gd name="adj" fmla="val 1096"/>
            </a:avLst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9525">
            <a:solidFill>
              <a:srgbClr val="DBDEE2"/>
            </a:solidFill>
            <a:prstDash val="solid"/>
          </a:ln>
        </p:spPr>
      </p:sp>
      <p:sp>
        <p:nvSpPr>
          <p:cNvPr id="76" name="tech-top">
            <a:extLst xmlns:a="http://schemas.openxmlformats.org/drawingml/2006/main">
              <a:ext uri="{FF2B5EF4-FFF2-40B4-BE49-F238E27FC236}">
                <a16:creationId xmlns:a16="http://schemas.microsoft.com/office/drawing/2014/main" id="{F32A5C94-C864-4AD0-AA16-CB80735A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581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8748"/>
          </a:solidFill>
          <a:ln xmlns:a="http://schemas.openxmlformats.org/drawingml/2006/main" w="0">
            <a:solidFill>
              <a:srgbClr val="CE8748"/>
            </a:solidFill>
            <a:prstDash val="solid"/>
          </a:ln>
        </p:spPr>
      </p:sp>
      <p:sp>
        <p:nvSpPr>
          <p:cNvPr id="77" name="num-2">
            <a:extLst xmlns:a="http://schemas.openxmlformats.org/drawingml/2006/main">
              <a:ext uri="{FF2B5EF4-FFF2-40B4-BE49-F238E27FC236}">
                <a16:creationId xmlns:a16="http://schemas.microsoft.com/office/drawing/2014/main" id="{5232ED30-A56B-49A8-B7D2-A7629A70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8" name="title-line-2">
            <a:extLst xmlns:a="http://schemas.openxmlformats.org/drawingml/2006/main">
              <a:ext uri="{FF2B5EF4-FFF2-40B4-BE49-F238E27FC236}">
                <a16:creationId xmlns:a16="http://schemas.microsoft.com/office/drawing/2014/main" id="{16371411-76E9-4F31-82CB-6CD0C76E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33600"/>
            <a:ext cx="304800" cy="381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E8748"/>
          </a:solidFill>
          <a:ln xmlns:a="http://schemas.openxmlformats.org/drawingml/2006/main" w="0">
            <a:solidFill>
              <a:srgbClr val="CE8748"/>
            </a:solidFill>
            <a:prstDash val="solid"/>
          </a:ln>
        </p:spPr>
      </p:sp>
      <p:sp>
        <p:nvSpPr>
          <p:cNvPr id="79" name="title-2">
            <a:extLst xmlns:a="http://schemas.openxmlformats.org/drawingml/2006/main">
              <a:ext uri="{FF2B5EF4-FFF2-40B4-BE49-F238E27FC236}">
                <a16:creationId xmlns:a16="http://schemas.microsoft.com/office/drawing/2014/main" id="{7A46912B-68C2-4D79-8188-009EAE72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38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</a:p>
        </p:txBody>
      </p:sp>
      <p:sp>
        <p:nvSpPr>
          <p:cNvPr id="80" name="card-title-rule-2">
            <a:extLst xmlns:a="http://schemas.openxmlformats.org/drawingml/2006/main">
              <a:ext uri="{FF2B5EF4-FFF2-40B4-BE49-F238E27FC236}">
                <a16:creationId xmlns:a16="http://schemas.microsoft.com/office/drawing/2014/main" id="{9049761C-4ECF-48CB-A915-8E23E04E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9077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DEE2"/>
            </a:solidFill>
            <a:prstDash val="solid"/>
          </a:ln>
        </p:spPr>
      </p:sp>
      <p:sp>
        <p:nvSpPr>
          <p:cNvPr id="81" name="tech-panel">
            <a:extLst xmlns:a="http://schemas.openxmlformats.org/drawingml/2006/main">
              <a:ext uri="{FF2B5EF4-FFF2-40B4-BE49-F238E27FC236}">
                <a16:creationId xmlns:a16="http://schemas.microsoft.com/office/drawing/2014/main" id="{DD86B6E4-8C9A-4C57-B515-D443A459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3124200" cy="2619375"/>
          </a:xfrm>
          <a:prstGeom xmlns:a="http://schemas.openxmlformats.org/drawingml/2006/main" prst="roundRect">
            <a:avLst>
              <a:gd name="adj" fmla="val 1455"/>
            </a:avLst>
          </a:prstGeom>
          <a:solidFill xmlns:a="http://schemas.openxmlformats.org/drawingml/2006/main">
            <a:srgbClr val="F6F7F9">
              <a:alpha val="95000"/>
            </a:srgbClr>
          </a:solidFill>
          <a:ln xmlns:a="http://schemas.openxmlformats.org/drawingml/2006/main" w="9525">
            <a:solidFill>
              <a:srgbClr val="E7C4A4"/>
            </a:solidFill>
            <a:prstDash val="solid"/>
          </a:ln>
        </p:spPr>
      </p:sp>
      <p:sp>
        <p:nvSpPr>
          <p:cNvPr id="82" name="tech-label-0">
            <a:extLst xmlns:a="http://schemas.openxmlformats.org/drawingml/2006/main">
              <a:ext uri="{FF2B5EF4-FFF2-40B4-BE49-F238E27FC236}">
                <a16:creationId xmlns:a16="http://schemas.microsoft.com/office/drawing/2014/main" id="{130B87C4-DD6C-4680-82E0-F7AFE549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47950"/>
            <a:ext cx="5905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83" name="tech-label-text-0">
            <a:extLst xmlns:a="http://schemas.openxmlformats.org/drawingml/2006/main">
              <a:ext uri="{FF2B5EF4-FFF2-40B4-BE49-F238E27FC236}">
                <a16:creationId xmlns:a16="http://schemas.microsoft.com/office/drawing/2014/main" id="{170C6BC4-48B9-42F4-80D4-1ED21EBA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765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主路径</a:t>
            </a:r>
          </a:p>
        </p:txBody>
      </p:sp>
      <p:sp>
        <p:nvSpPr>
          <p:cNvPr id="84" name="tech-cell-0-0">
            <a:extLst xmlns:a="http://schemas.openxmlformats.org/drawingml/2006/main">
              <a:ext uri="{FF2B5EF4-FFF2-40B4-BE49-F238E27FC236}">
                <a16:creationId xmlns:a16="http://schemas.microsoft.com/office/drawing/2014/main" id="{14BDBFF1-42DC-48D6-A3B4-562D22E7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47950"/>
            <a:ext cx="4191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EE2"/>
            </a:solidFill>
            <a:prstDash val="solid"/>
          </a:ln>
        </p:spPr>
      </p:sp>
      <p:sp>
        <p:nvSpPr>
          <p:cNvPr id="85" name="tech-cell-text-0-0">
            <a:extLst xmlns:a="http://schemas.openxmlformats.org/drawingml/2006/main">
              <a:ext uri="{FF2B5EF4-FFF2-40B4-BE49-F238E27FC236}">
                <a16:creationId xmlns:a16="http://schemas.microsoft.com/office/drawing/2014/main" id="{9ACE1A53-FDFB-47F0-B6C6-20F5F74F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67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Runtime</a:t>
            </a:r>
          </a:p>
        </p:txBody>
      </p:sp>
      <p:sp>
        <p:nvSpPr>
          <p:cNvPr id="86" name="tech-cell-0-1">
            <a:extLst xmlns:a="http://schemas.openxmlformats.org/drawingml/2006/main">
              <a:ext uri="{FF2B5EF4-FFF2-40B4-BE49-F238E27FC236}">
                <a16:creationId xmlns:a16="http://schemas.microsoft.com/office/drawing/2014/main" id="{F28A5009-396B-4A15-BE32-E377FF12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647950"/>
            <a:ext cx="4191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EE2"/>
            </a:solidFill>
            <a:prstDash val="solid"/>
          </a:ln>
        </p:spPr>
      </p:sp>
      <p:sp>
        <p:nvSpPr>
          <p:cNvPr id="87" name="tech-cell-text-0-1">
            <a:extLst xmlns:a="http://schemas.openxmlformats.org/drawingml/2006/main">
              <a:ext uri="{FF2B5EF4-FFF2-40B4-BE49-F238E27FC236}">
                <a16:creationId xmlns:a16="http://schemas.microsoft.com/office/drawing/2014/main" id="{00D0D78A-FD1E-4279-AB0E-05ED665A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7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  <a:p xmlns:a="http://schemas.openxmlformats.org/drawingml/2006/main">
            <a:pPr algn="ctr">
              <a:def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RAG</a:t>
            </a:r>
          </a:p>
        </p:txBody>
      </p:sp>
      <p:sp>
        <p:nvSpPr>
          <p:cNvPr id="88" name="tech-cell-0-2">
            <a:extLst xmlns:a="http://schemas.openxmlformats.org/drawingml/2006/main">
              <a:ext uri="{FF2B5EF4-FFF2-40B4-BE49-F238E27FC236}">
                <a16:creationId xmlns:a16="http://schemas.microsoft.com/office/drawing/2014/main" id="{49A8B3AE-417E-4395-A2EE-83857C8C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47950"/>
            <a:ext cx="4191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EE2"/>
            </a:solidFill>
            <a:prstDash val="solid"/>
          </a:ln>
        </p:spPr>
      </p:sp>
      <p:sp>
        <p:nvSpPr>
          <p:cNvPr id="89" name="tech-cell-text-0-2">
            <a:extLst xmlns:a="http://schemas.openxmlformats.org/drawingml/2006/main">
              <a:ext uri="{FF2B5EF4-FFF2-40B4-BE49-F238E27FC236}">
                <a16:creationId xmlns:a16="http://schemas.microsoft.com/office/drawing/2014/main" id="{9CEC58F2-8FD9-43C3-B65F-F8146ED5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7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Model</a:t>
            </a:r>
          </a:p>
          <a:p xmlns:a="http://schemas.openxmlformats.org/drawingml/2006/main">
            <a:pPr algn="ctr">
              <a:def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Loop</a:t>
            </a:r>
          </a:p>
        </p:txBody>
      </p:sp>
      <p:sp>
        <p:nvSpPr>
          <p:cNvPr id="90" name="tech-cell-0-3">
            <a:extLst xmlns:a="http://schemas.openxmlformats.org/drawingml/2006/main">
              <a:ext uri="{FF2B5EF4-FFF2-40B4-BE49-F238E27FC236}">
                <a16:creationId xmlns:a16="http://schemas.microsoft.com/office/drawing/2014/main" id="{AD76CC69-F6FF-4B32-828A-A5369FFE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647950"/>
            <a:ext cx="4191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EE2"/>
            </a:solidFill>
            <a:prstDash val="solid"/>
          </a:ln>
        </p:spPr>
      </p:sp>
      <p:sp>
        <p:nvSpPr>
          <p:cNvPr id="91" name="tech-cell-text-0-3">
            <a:extLst xmlns:a="http://schemas.openxmlformats.org/drawingml/2006/main">
              <a:ext uri="{FF2B5EF4-FFF2-40B4-BE49-F238E27FC236}">
                <a16:creationId xmlns:a16="http://schemas.microsoft.com/office/drawing/2014/main" id="{45F0CD6E-DF20-48B1-BB10-A9877650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7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Tool</a:t>
            </a:r>
          </a:p>
          <a:p xmlns:a="http://schemas.openxmlformats.org/drawingml/2006/main">
            <a:pPr algn="ctr">
              <a:def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92" name="tech-cell-0-4">
            <a:extLst xmlns:a="http://schemas.openxmlformats.org/drawingml/2006/main">
              <a:ext uri="{FF2B5EF4-FFF2-40B4-BE49-F238E27FC236}">
                <a16:creationId xmlns:a16="http://schemas.microsoft.com/office/drawing/2014/main" id="{984DBEDF-F6A6-40D7-B8E6-6F5A276E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47950"/>
            <a:ext cx="4191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EE2"/>
            </a:solidFill>
            <a:prstDash val="solid"/>
          </a:ln>
        </p:spPr>
      </p:sp>
      <p:sp>
        <p:nvSpPr>
          <p:cNvPr id="93" name="tech-cell-text-0-4">
            <a:extLst xmlns:a="http://schemas.openxmlformats.org/drawingml/2006/main">
              <a:ext uri="{FF2B5EF4-FFF2-40B4-BE49-F238E27FC236}">
                <a16:creationId xmlns:a16="http://schemas.microsoft.com/office/drawing/2014/main" id="{78F648A2-AF9B-4323-8695-483BFA17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67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Gateway</a:t>
            </a:r>
          </a:p>
        </p:txBody>
      </p:sp>
      <p:sp>
        <p:nvSpPr>
          <p:cNvPr id="94" name="tech-label-1">
            <a:extLst xmlns:a="http://schemas.openxmlformats.org/drawingml/2006/main">
              <a:ext uri="{FF2B5EF4-FFF2-40B4-BE49-F238E27FC236}">
                <a16:creationId xmlns:a16="http://schemas.microsoft.com/office/drawing/2014/main" id="{1AF3890B-EA08-48D3-8EF1-8A228C42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5905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95" name="tech-label-text-1">
            <a:extLst xmlns:a="http://schemas.openxmlformats.org/drawingml/2006/main">
              <a:ext uri="{FF2B5EF4-FFF2-40B4-BE49-F238E27FC236}">
                <a16:creationId xmlns:a16="http://schemas.microsoft.com/office/drawing/2014/main" id="{2BBC72EB-0351-4901-AFA1-B9895271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670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观测流</a:t>
            </a:r>
          </a:p>
        </p:txBody>
      </p:sp>
      <p:sp>
        <p:nvSpPr>
          <p:cNvPr id="96" name="tech-cell-1-0">
            <a:extLst xmlns:a="http://schemas.openxmlformats.org/drawingml/2006/main">
              <a:ext uri="{FF2B5EF4-FFF2-40B4-BE49-F238E27FC236}">
                <a16:creationId xmlns:a16="http://schemas.microsoft.com/office/drawing/2014/main" id="{D487B2DB-DBA7-4C2A-84DD-099B8154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38500"/>
            <a:ext cx="7302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EE2"/>
            </a:solidFill>
            <a:prstDash val="solid"/>
          </a:ln>
        </p:spPr>
      </p:sp>
      <p:sp>
        <p:nvSpPr>
          <p:cNvPr id="97" name="tech-cell-text-1-0">
            <a:extLst xmlns:a="http://schemas.openxmlformats.org/drawingml/2006/main">
              <a:ext uri="{FF2B5EF4-FFF2-40B4-BE49-F238E27FC236}">
                <a16:creationId xmlns:a16="http://schemas.microsoft.com/office/drawing/2014/main" id="{700AD30F-75C7-4587-AA1F-97E1332C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267075"/>
            <a:ext cx="71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稳定标识</a:t>
            </a:r>
          </a:p>
          <a:p xmlns:a="http://schemas.openxmlformats.org/drawingml/2006/main">
            <a:pPr algn="ctr">
              <a:def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Owner/Agent</a:t>
            </a:r>
          </a:p>
        </p:txBody>
      </p:sp>
      <p:sp>
        <p:nvSpPr>
          <p:cNvPr id="98" name="tech-cell-1-1">
            <a:extLst xmlns:a="http://schemas.openxmlformats.org/drawingml/2006/main">
              <a:ext uri="{FF2B5EF4-FFF2-40B4-BE49-F238E27FC236}">
                <a16:creationId xmlns:a16="http://schemas.microsoft.com/office/drawing/2014/main" id="{5D40B9F4-014B-4AB3-80EB-A47C34F6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775" y="3238500"/>
            <a:ext cx="7302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EE2"/>
            </a:solidFill>
            <a:prstDash val="solid"/>
          </a:ln>
        </p:spPr>
      </p:sp>
      <p:sp>
        <p:nvSpPr>
          <p:cNvPr id="99" name="tech-cell-text-1-1">
            <a:extLst xmlns:a="http://schemas.openxmlformats.org/drawingml/2006/main">
              <a:ext uri="{FF2B5EF4-FFF2-40B4-BE49-F238E27FC236}">
                <a16:creationId xmlns:a16="http://schemas.microsoft.com/office/drawing/2014/main" id="{F002EB20-8E4C-47B6-9869-D61EC63B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3267075"/>
            <a:ext cx="71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耗时/Token</a:t>
            </a:r>
          </a:p>
          <a:p xmlns:a="http://schemas.openxmlformats.org/drawingml/2006/main">
            <a:pPr algn="ctr">
              <a:def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状态/原因码</a:t>
            </a:r>
          </a:p>
        </p:txBody>
      </p:sp>
      <p:sp>
        <p:nvSpPr>
          <p:cNvPr id="100" name="tech-cell-1-2">
            <a:extLst xmlns:a="http://schemas.openxmlformats.org/drawingml/2006/main">
              <a:ext uri="{FF2B5EF4-FFF2-40B4-BE49-F238E27FC236}">
                <a16:creationId xmlns:a16="http://schemas.microsoft.com/office/drawing/2014/main" id="{FABCA88D-7F0F-4DDE-A797-AA802891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1650" y="3238500"/>
            <a:ext cx="7302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EE2"/>
            </a:solidFill>
            <a:prstDash val="solid"/>
          </a:ln>
        </p:spPr>
      </p:sp>
      <p:sp>
        <p:nvSpPr>
          <p:cNvPr id="101" name="tech-cell-text-1-2">
            <a:extLst xmlns:a="http://schemas.openxmlformats.org/drawingml/2006/main">
              <a:ext uri="{FF2B5EF4-FFF2-40B4-BE49-F238E27FC236}">
                <a16:creationId xmlns:a16="http://schemas.microsoft.com/office/drawing/2014/main" id="{B911644F-D710-47D2-AD3A-1E08CA09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175" y="3267075"/>
            <a:ext cx="71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统一脱敏</a:t>
            </a:r>
          </a:p>
          <a:p xmlns:a="http://schemas.openxmlformats.org/drawingml/2006/main">
            <a:pPr algn="ctr">
              <a:def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安全摘要</a:t>
            </a:r>
          </a:p>
        </p:txBody>
      </p:sp>
      <p:sp>
        <p:nvSpPr>
          <p:cNvPr id="102" name="tech-label-2">
            <a:extLst xmlns:a="http://schemas.openxmlformats.org/drawingml/2006/main">
              <a:ext uri="{FF2B5EF4-FFF2-40B4-BE49-F238E27FC236}">
                <a16:creationId xmlns:a16="http://schemas.microsoft.com/office/drawing/2014/main" id="{79787698-4C50-44FA-91DE-D3B8E21F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29050"/>
            <a:ext cx="5905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103" name="tech-label-text-2">
            <a:extLst xmlns:a="http://schemas.openxmlformats.org/drawingml/2006/main">
              <a:ext uri="{FF2B5EF4-FFF2-40B4-BE49-F238E27FC236}">
                <a16:creationId xmlns:a16="http://schemas.microsoft.com/office/drawing/2014/main" id="{7BD6615F-C2CB-49AB-A7F7-DDC67B0A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576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输出面</a:t>
            </a:r>
          </a:p>
        </p:txBody>
      </p:sp>
      <p:sp>
        <p:nvSpPr>
          <p:cNvPr id="104" name="tech-cell-2-0">
            <a:extLst xmlns:a="http://schemas.openxmlformats.org/drawingml/2006/main">
              <a:ext uri="{FF2B5EF4-FFF2-40B4-BE49-F238E27FC236}">
                <a16:creationId xmlns:a16="http://schemas.microsoft.com/office/drawing/2014/main" id="{F1A80482-AF1F-478C-B2E3-DAD7A9FC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29050"/>
            <a:ext cx="4191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EE2"/>
            </a:solidFill>
            <a:prstDash val="solid"/>
          </a:ln>
        </p:spPr>
      </p:sp>
      <p:sp>
        <p:nvSpPr>
          <p:cNvPr id="105" name="tech-cell-text-2-0">
            <a:extLst xmlns:a="http://schemas.openxmlformats.org/drawingml/2006/main">
              <a:ext uri="{FF2B5EF4-FFF2-40B4-BE49-F238E27FC236}">
                <a16:creationId xmlns:a16="http://schemas.microsoft.com/office/drawing/2014/main" id="{20473793-CA00-4F3A-8AE6-34F95988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8576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日志</a:t>
            </a:r>
          </a:p>
        </p:txBody>
      </p:sp>
      <p:sp>
        <p:nvSpPr>
          <p:cNvPr id="106" name="tech-cell-2-1">
            <a:extLst xmlns:a="http://schemas.openxmlformats.org/drawingml/2006/main">
              <a:ext uri="{FF2B5EF4-FFF2-40B4-BE49-F238E27FC236}">
                <a16:creationId xmlns:a16="http://schemas.microsoft.com/office/drawing/2014/main" id="{10C8903A-958C-4C4A-9752-8EC99BF0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829050"/>
            <a:ext cx="4191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EE2"/>
            </a:solidFill>
            <a:prstDash val="solid"/>
          </a:ln>
        </p:spPr>
      </p:sp>
      <p:sp>
        <p:nvSpPr>
          <p:cNvPr id="107" name="tech-cell-text-2-1">
            <a:extLst xmlns:a="http://schemas.openxmlformats.org/drawingml/2006/main">
              <a:ext uri="{FF2B5EF4-FFF2-40B4-BE49-F238E27FC236}">
                <a16:creationId xmlns:a16="http://schemas.microsoft.com/office/drawing/2014/main" id="{CC0BFF5E-EF27-47DE-91FA-C4AEE75E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576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  <p:sp>
        <p:nvSpPr>
          <p:cNvPr id="108" name="tech-cell-2-2">
            <a:extLst xmlns:a="http://schemas.openxmlformats.org/drawingml/2006/main">
              <a:ext uri="{FF2B5EF4-FFF2-40B4-BE49-F238E27FC236}">
                <a16:creationId xmlns:a16="http://schemas.microsoft.com/office/drawing/2014/main" id="{F651E271-1395-4699-8089-E775F699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29050"/>
            <a:ext cx="4191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EE2"/>
            </a:solidFill>
            <a:prstDash val="solid"/>
          </a:ln>
        </p:spPr>
      </p:sp>
      <p:sp>
        <p:nvSpPr>
          <p:cNvPr id="109" name="tech-cell-text-2-2">
            <a:extLst xmlns:a="http://schemas.openxmlformats.org/drawingml/2006/main">
              <a:ext uri="{FF2B5EF4-FFF2-40B4-BE49-F238E27FC236}">
                <a16:creationId xmlns:a16="http://schemas.microsoft.com/office/drawing/2014/main" id="{9871389A-0B32-4ABA-8D26-7D6A1389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576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10" name="tech-cell-2-3">
            <a:extLst xmlns:a="http://schemas.openxmlformats.org/drawingml/2006/main">
              <a:ext uri="{FF2B5EF4-FFF2-40B4-BE49-F238E27FC236}">
                <a16:creationId xmlns:a16="http://schemas.microsoft.com/office/drawing/2014/main" id="{EDBADD3C-6DDF-4059-B6F5-EC60C35C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29050"/>
            <a:ext cx="4191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EE2"/>
            </a:solidFill>
            <a:prstDash val="solid"/>
          </a:ln>
        </p:spPr>
      </p:sp>
      <p:sp>
        <p:nvSpPr>
          <p:cNvPr id="111" name="tech-cell-text-2-3">
            <a:extLst xmlns:a="http://schemas.openxmlformats.org/drawingml/2006/main">
              <a:ext uri="{FF2B5EF4-FFF2-40B4-BE49-F238E27FC236}">
                <a16:creationId xmlns:a16="http://schemas.microsoft.com/office/drawing/2014/main" id="{9D1FA263-FE54-4278-82F0-044F3FE5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576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112" name="tech-cell-2-4">
            <a:extLst xmlns:a="http://schemas.openxmlformats.org/drawingml/2006/main">
              <a:ext uri="{FF2B5EF4-FFF2-40B4-BE49-F238E27FC236}">
                <a16:creationId xmlns:a16="http://schemas.microsoft.com/office/drawing/2014/main" id="{521FA2F9-B558-46DD-BC88-81E76DF8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29050"/>
            <a:ext cx="4191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EE2"/>
            </a:solidFill>
            <a:prstDash val="solid"/>
          </a:ln>
        </p:spPr>
      </p:sp>
      <p:sp>
        <p:nvSpPr>
          <p:cNvPr id="113" name="tech-cell-text-2-4">
            <a:extLst xmlns:a="http://schemas.openxmlformats.org/drawingml/2006/main">
              <a:ext uri="{FF2B5EF4-FFF2-40B4-BE49-F238E27FC236}">
                <a16:creationId xmlns:a16="http://schemas.microsoft.com/office/drawing/2014/main" id="{EEA8ABCD-176E-4E4F-9BA4-F9627809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8576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健康</a:t>
            </a:r>
          </a:p>
        </p:txBody>
      </p:sp>
      <p:sp>
        <p:nvSpPr>
          <p:cNvPr id="114" name="tech-spine-1">
            <a:extLst xmlns:a="http://schemas.openxmlformats.org/drawingml/2006/main">
              <a:ext uri="{FF2B5EF4-FFF2-40B4-BE49-F238E27FC236}">
                <a16:creationId xmlns:a16="http://schemas.microsoft.com/office/drawing/2014/main" id="{65EDD890-E6E0-4DFA-8BC7-91766C1C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194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A812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A8121C"/>
                </a:solidFill>
                <a:latin typeface="Microsoft YaHei"/>
                <a:ea typeface="Microsoft YaHei"/>
                <a:cs typeface="Microsoft YaHei"/>
              </a:rPr>
              <a:t>监听/Wrapper</a:t>
            </a:r>
          </a:p>
        </p:txBody>
      </p:sp>
      <p:sp>
        <p:nvSpPr>
          <p:cNvPr id="115" name="tech-spine-line-1a">
            <a:extLst xmlns:a="http://schemas.openxmlformats.org/drawingml/2006/main">
              <a:ext uri="{FF2B5EF4-FFF2-40B4-BE49-F238E27FC236}">
                <a16:creationId xmlns:a16="http://schemas.microsoft.com/office/drawing/2014/main" id="{A9228117-1E78-46FE-AB8F-8FA24E6B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9562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8748"/>
            </a:solidFill>
            <a:prstDash val="solid"/>
          </a:ln>
        </p:spPr>
      </p:sp>
      <p:sp>
        <p:nvSpPr>
          <p:cNvPr id="116" name="tech-spine-line-1b">
            <a:extLst xmlns:a="http://schemas.openxmlformats.org/drawingml/2006/main">
              <a:ext uri="{FF2B5EF4-FFF2-40B4-BE49-F238E27FC236}">
                <a16:creationId xmlns:a16="http://schemas.microsoft.com/office/drawing/2014/main" id="{FD0FA6A1-8077-4CFB-8F5E-BA37ED64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956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8748"/>
            </a:solidFill>
            <a:prstDash val="solid"/>
          </a:ln>
        </p:spPr>
      </p:sp>
      <p:sp>
        <p:nvSpPr>
          <p:cNvPr id="117" name="tech-spine-2">
            <a:extLst xmlns:a="http://schemas.openxmlformats.org/drawingml/2006/main">
              <a:ext uri="{FF2B5EF4-FFF2-40B4-BE49-F238E27FC236}">
                <a16:creationId xmlns:a16="http://schemas.microsoft.com/office/drawing/2014/main" id="{475682BB-E526-441E-83CC-E6CCCE69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6099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A812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A8121C"/>
                </a:solidFill>
                <a:latin typeface="Microsoft YaHei"/>
                <a:ea typeface="Microsoft YaHei"/>
                <a:cs typeface="Microsoft YaHei"/>
              </a:rPr>
              <a:t>Projector</a:t>
            </a:r>
          </a:p>
        </p:txBody>
      </p:sp>
      <p:sp>
        <p:nvSpPr>
          <p:cNvPr id="118" name="tech-spine-line-2a">
            <a:extLst xmlns:a="http://schemas.openxmlformats.org/drawingml/2006/main">
              <a:ext uri="{FF2B5EF4-FFF2-40B4-BE49-F238E27FC236}">
                <a16:creationId xmlns:a16="http://schemas.microsoft.com/office/drawing/2014/main" id="{F5492DAA-60DA-4CC9-B3D9-3A27FD43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861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8748"/>
            </a:solidFill>
            <a:prstDash val="solid"/>
          </a:ln>
        </p:spPr>
      </p:sp>
      <p:sp>
        <p:nvSpPr>
          <p:cNvPr id="119" name="tech-spine-line-2b">
            <a:extLst xmlns:a="http://schemas.openxmlformats.org/drawingml/2006/main">
              <a:ext uri="{FF2B5EF4-FFF2-40B4-BE49-F238E27FC236}">
                <a16:creationId xmlns:a16="http://schemas.microsoft.com/office/drawing/2014/main" id="{8DF66FE1-4E2F-4BBF-A361-1E9ABD4E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861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8748"/>
            </a:solidFill>
            <a:prstDash val="solid"/>
          </a:ln>
        </p:spPr>
      </p:sp>
      <p:sp>
        <p:nvSpPr>
          <p:cNvPr id="120" name="design-0">
            <a:extLst xmlns:a="http://schemas.openxmlformats.org/drawingml/2006/main">
              <a:ext uri="{FF2B5EF4-FFF2-40B4-BE49-F238E27FC236}">
                <a16:creationId xmlns:a16="http://schemas.microsoft.com/office/drawing/2014/main" id="{FDA6BF49-06BD-487E-912D-33A86EAA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14800"/>
            <a:ext cx="144780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design-gold-0">
            <a:extLst xmlns:a="http://schemas.openxmlformats.org/drawingml/2006/main">
              <a:ext uri="{FF2B5EF4-FFF2-40B4-BE49-F238E27FC236}">
                <a16:creationId xmlns:a16="http://schemas.microsoft.com/office/drawing/2014/main" id="{D354644D-3C7C-4A0F-A1C4-69E4FE78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14800"/>
            <a:ext cx="285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8748"/>
          </a:solidFill>
          <a:ln xmlns:a="http://schemas.openxmlformats.org/drawingml/2006/main" w="0">
            <a:solidFill>
              <a:srgbClr val="CE8748"/>
            </a:solidFill>
            <a:prstDash val="solid"/>
          </a:ln>
        </p:spPr>
      </p:sp>
      <p:sp>
        <p:nvSpPr>
          <p:cNvPr id="122" name="design-title-0">
            <a:extLst xmlns:a="http://schemas.openxmlformats.org/drawingml/2006/main">
              <a:ext uri="{FF2B5EF4-FFF2-40B4-BE49-F238E27FC236}">
                <a16:creationId xmlns:a16="http://schemas.microsoft.com/office/drawing/2014/main" id="{22BC65A3-EB6A-47DE-8E95-5A04CF6F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162425"/>
            <a:ext cx="1314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rPr>
              <a:t>全流程覆盖</a:t>
            </a:r>
          </a:p>
        </p:txBody>
      </p:sp>
      <p:sp>
        <p:nvSpPr>
          <p:cNvPr id="123" name="design-desc-0">
            <a:extLst xmlns:a="http://schemas.openxmlformats.org/drawingml/2006/main">
              <a:ext uri="{FF2B5EF4-FFF2-40B4-BE49-F238E27FC236}">
                <a16:creationId xmlns:a16="http://schemas.microsoft.com/office/drawing/2014/main" id="{47D11D51-CEB4-4B5B-9D9D-57D2A453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05300"/>
            <a:ext cx="1314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rPr>
              <a:t>请求、模型、能力、网关、健康统一成事件流。</a:t>
            </a:r>
          </a:p>
        </p:txBody>
      </p:sp>
      <p:sp>
        <p:nvSpPr>
          <p:cNvPr id="124" name="design-1">
            <a:extLst xmlns:a="http://schemas.openxmlformats.org/drawingml/2006/main">
              <a:ext uri="{FF2B5EF4-FFF2-40B4-BE49-F238E27FC236}">
                <a16:creationId xmlns:a16="http://schemas.microsoft.com/office/drawing/2014/main" id="{882BC99A-586D-488C-862D-D1B06951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14800"/>
            <a:ext cx="144780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design-gold-1">
            <a:extLst xmlns:a="http://schemas.openxmlformats.org/drawingml/2006/main">
              <a:ext uri="{FF2B5EF4-FFF2-40B4-BE49-F238E27FC236}">
                <a16:creationId xmlns:a16="http://schemas.microsoft.com/office/drawing/2014/main" id="{1AC37657-2D1D-4C3A-9A35-78EF7183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14800"/>
            <a:ext cx="285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8748"/>
          </a:solidFill>
          <a:ln xmlns:a="http://schemas.openxmlformats.org/drawingml/2006/main" w="0">
            <a:solidFill>
              <a:srgbClr val="CE8748"/>
            </a:solidFill>
            <a:prstDash val="solid"/>
          </a:ln>
        </p:spPr>
      </p:sp>
      <p:sp>
        <p:nvSpPr>
          <p:cNvPr id="126" name="design-title-1">
            <a:extLst xmlns:a="http://schemas.openxmlformats.org/drawingml/2006/main">
              <a:ext uri="{FF2B5EF4-FFF2-40B4-BE49-F238E27FC236}">
                <a16:creationId xmlns:a16="http://schemas.microsoft.com/office/drawing/2014/main" id="{FB95A05B-6694-4E20-9F74-48F7DE26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162425"/>
            <a:ext cx="1314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rPr>
              <a:t>无侵入采集</a:t>
            </a:r>
          </a:p>
        </p:txBody>
      </p:sp>
      <p:sp>
        <p:nvSpPr>
          <p:cNvPr id="127" name="design-desc-1">
            <a:extLst xmlns:a="http://schemas.openxmlformats.org/drawingml/2006/main">
              <a:ext uri="{FF2B5EF4-FFF2-40B4-BE49-F238E27FC236}">
                <a16:creationId xmlns:a16="http://schemas.microsoft.com/office/drawing/2014/main" id="{4E316754-0F18-46A2-A833-600C326D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305300"/>
            <a:ext cx="1314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rPr>
              <a:t>监听 runtime 事件，wrapper 包住慢边界。</a:t>
            </a:r>
          </a:p>
        </p:txBody>
      </p:sp>
      <p:sp>
        <p:nvSpPr>
          <p:cNvPr id="128" name="design-2">
            <a:extLst xmlns:a="http://schemas.openxmlformats.org/drawingml/2006/main">
              <a:ext uri="{FF2B5EF4-FFF2-40B4-BE49-F238E27FC236}">
                <a16:creationId xmlns:a16="http://schemas.microsoft.com/office/drawing/2014/main" id="{83894F30-04EC-4A77-9437-2D7FF787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19625"/>
            <a:ext cx="144780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design-gold-2">
            <a:extLst xmlns:a="http://schemas.openxmlformats.org/drawingml/2006/main">
              <a:ext uri="{FF2B5EF4-FFF2-40B4-BE49-F238E27FC236}">
                <a16:creationId xmlns:a16="http://schemas.microsoft.com/office/drawing/2014/main" id="{07F91858-C3FA-4EC9-91B8-3E197893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19625"/>
            <a:ext cx="285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8748"/>
          </a:solidFill>
          <a:ln xmlns:a="http://schemas.openxmlformats.org/drawingml/2006/main" w="0">
            <a:solidFill>
              <a:srgbClr val="CE8748"/>
            </a:solidFill>
            <a:prstDash val="solid"/>
          </a:ln>
        </p:spPr>
      </p:sp>
      <p:sp>
        <p:nvSpPr>
          <p:cNvPr id="130" name="design-title-2">
            <a:extLst xmlns:a="http://schemas.openxmlformats.org/drawingml/2006/main">
              <a:ext uri="{FF2B5EF4-FFF2-40B4-BE49-F238E27FC236}">
                <a16:creationId xmlns:a16="http://schemas.microsoft.com/office/drawing/2014/main" id="{F9CE1D4C-F526-4BB8-9B49-165D3E7C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667250"/>
            <a:ext cx="1314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rPr>
              <a:t>同源多投影</a:t>
            </a:r>
          </a:p>
        </p:txBody>
      </p:sp>
      <p:sp>
        <p:nvSpPr>
          <p:cNvPr id="131" name="design-desc-2">
            <a:extLst xmlns:a="http://schemas.openxmlformats.org/drawingml/2006/main">
              <a:ext uri="{FF2B5EF4-FFF2-40B4-BE49-F238E27FC236}">
                <a16:creationId xmlns:a16="http://schemas.microsoft.com/office/drawing/2014/main" id="{FB423DE8-8404-4408-959C-642A611B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810125"/>
            <a:ext cx="1314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rPr>
              <a:t>一份观测流投影为日志、审计、指标、Trace。</a:t>
            </a:r>
          </a:p>
        </p:txBody>
      </p:sp>
      <p:sp>
        <p:nvSpPr>
          <p:cNvPr id="132" name="design-3">
            <a:extLst xmlns:a="http://schemas.openxmlformats.org/drawingml/2006/main">
              <a:ext uri="{FF2B5EF4-FFF2-40B4-BE49-F238E27FC236}">
                <a16:creationId xmlns:a16="http://schemas.microsoft.com/office/drawing/2014/main" id="{A4B7EC93-F4F6-4A18-8B2A-FD3E2AE7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19625"/>
            <a:ext cx="144780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design-gold-3">
            <a:extLst xmlns:a="http://schemas.openxmlformats.org/drawingml/2006/main">
              <a:ext uri="{FF2B5EF4-FFF2-40B4-BE49-F238E27FC236}">
                <a16:creationId xmlns:a16="http://schemas.microsoft.com/office/drawing/2014/main" id="{D5874C92-ABA0-439A-8651-7D1DD098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19625"/>
            <a:ext cx="285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8748"/>
          </a:solidFill>
          <a:ln xmlns:a="http://schemas.openxmlformats.org/drawingml/2006/main" w="0">
            <a:solidFill>
              <a:srgbClr val="CE8748"/>
            </a:solidFill>
            <a:prstDash val="solid"/>
          </a:ln>
        </p:spPr>
      </p:sp>
      <p:sp>
        <p:nvSpPr>
          <p:cNvPr id="134" name="design-title-3">
            <a:extLst xmlns:a="http://schemas.openxmlformats.org/drawingml/2006/main">
              <a:ext uri="{FF2B5EF4-FFF2-40B4-BE49-F238E27FC236}">
                <a16:creationId xmlns:a16="http://schemas.microsoft.com/office/drawing/2014/main" id="{3BB07FE0-8585-4112-B33C-3E10CD9F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667250"/>
            <a:ext cx="1314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rPr>
              <a:t>安全先行</a:t>
            </a:r>
          </a:p>
        </p:txBody>
      </p:sp>
      <p:sp>
        <p:nvSpPr>
          <p:cNvPr id="135" name="design-desc-3">
            <a:extLst xmlns:a="http://schemas.openxmlformats.org/drawingml/2006/main">
              <a:ext uri="{FF2B5EF4-FFF2-40B4-BE49-F238E27FC236}">
                <a16:creationId xmlns:a16="http://schemas.microsoft.com/office/drawing/2014/main" id="{1CAE6B8A-7FE7-4493-BFB9-D6483EB5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810125"/>
            <a:ext cx="1314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rPr>
              <a:t>raw prompt、模型输出、密钥等不进观测输出。</a:t>
            </a:r>
          </a:p>
        </p:txBody>
      </p:sp>
      <p:sp>
        <p:nvSpPr>
          <p:cNvPr id="136" name="progress-bg">
            <a:extLst xmlns:a="http://schemas.openxmlformats.org/drawingml/2006/main">
              <a:ext uri="{FF2B5EF4-FFF2-40B4-BE49-F238E27FC236}">
                <a16:creationId xmlns:a16="http://schemas.microsoft.com/office/drawing/2014/main" id="{23010B7E-FD81-4401-807F-0992B01F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581400" cy="3476625"/>
          </a:xfrm>
          <a:prstGeom xmlns:a="http://schemas.openxmlformats.org/drawingml/2006/main" prst="roundRect">
            <a:avLst>
              <a:gd name="adj" fmla="val 1096"/>
            </a:avLst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9525">
            <a:solidFill>
              <a:srgbClr val="DBDEE2"/>
            </a:solidFill>
            <a:prstDash val="solid"/>
          </a:ln>
        </p:spPr>
      </p:sp>
      <p:sp>
        <p:nvSpPr>
          <p:cNvPr id="137" name="progress-top">
            <a:extLst xmlns:a="http://schemas.openxmlformats.org/drawingml/2006/main">
              <a:ext uri="{FF2B5EF4-FFF2-40B4-BE49-F238E27FC236}">
                <a16:creationId xmlns:a16="http://schemas.microsoft.com/office/drawing/2014/main" id="{F57BD414-7AEB-46ED-B332-2CC4A3AC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581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138" name="num-3">
            <a:extLst xmlns:a="http://schemas.openxmlformats.org/drawingml/2006/main">
              <a:ext uri="{FF2B5EF4-FFF2-40B4-BE49-F238E27FC236}">
                <a16:creationId xmlns:a16="http://schemas.microsoft.com/office/drawing/2014/main" id="{12C9F06F-1D3A-4864-936A-ABE5A306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9" name="title-line-3">
            <a:extLst xmlns:a="http://schemas.openxmlformats.org/drawingml/2006/main">
              <a:ext uri="{FF2B5EF4-FFF2-40B4-BE49-F238E27FC236}">
                <a16:creationId xmlns:a16="http://schemas.microsoft.com/office/drawing/2014/main" id="{451202D3-F1EE-4F06-9285-D5003216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304800" cy="381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140" name="title-3">
            <a:extLst xmlns:a="http://schemas.openxmlformats.org/drawingml/2006/main">
              <a:ext uri="{FF2B5EF4-FFF2-40B4-BE49-F238E27FC236}">
                <a16:creationId xmlns:a16="http://schemas.microsoft.com/office/drawing/2014/main" id="{07392989-9B36-4E90-8EAD-142E328B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当前进展</a:t>
            </a:r>
          </a:p>
        </p:txBody>
      </p:sp>
      <p:sp>
        <p:nvSpPr>
          <p:cNvPr id="141" name="card-title-rule-3">
            <a:extLst xmlns:a="http://schemas.openxmlformats.org/drawingml/2006/main">
              <a:ext uri="{FF2B5EF4-FFF2-40B4-BE49-F238E27FC236}">
                <a16:creationId xmlns:a16="http://schemas.microsoft.com/office/drawing/2014/main" id="{31453350-3C10-461F-B63C-D83979EC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9077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DEE2"/>
            </a:solidFill>
            <a:prstDash val="solid"/>
          </a:ln>
        </p:spPr>
      </p:sp>
      <p:sp>
        <p:nvSpPr>
          <p:cNvPr id="142" name="事件流-box">
            <a:extLst xmlns:a="http://schemas.openxmlformats.org/drawingml/2006/main">
              <a:ext uri="{FF2B5EF4-FFF2-40B4-BE49-F238E27FC236}">
                <a16:creationId xmlns:a16="http://schemas.microsoft.com/office/drawing/2014/main" id="{D1D99C01-4AFF-42B0-A88A-ADDA51B5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1590675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4C7"/>
            </a:solidFill>
            <a:prstDash val="solid"/>
          </a:ln>
        </p:spPr>
      </p:sp>
      <p:sp>
        <p:nvSpPr>
          <p:cNvPr id="143" name="事件流-head">
            <a:extLst xmlns:a="http://schemas.openxmlformats.org/drawingml/2006/main">
              <a:ext uri="{FF2B5EF4-FFF2-40B4-BE49-F238E27FC236}">
                <a16:creationId xmlns:a16="http://schemas.microsoft.com/office/drawing/2014/main" id="{9D80B085-7EB3-42F0-BFD5-6E1BFD47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1590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144" name="事件流-title">
            <a:extLst xmlns:a="http://schemas.openxmlformats.org/drawingml/2006/main">
              <a:ext uri="{FF2B5EF4-FFF2-40B4-BE49-F238E27FC236}">
                <a16:creationId xmlns:a16="http://schemas.microsoft.com/office/drawing/2014/main" id="{1146774F-832B-456B-9EB9-2377AC23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05075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事件流</a:t>
            </a:r>
          </a:p>
        </p:txBody>
      </p:sp>
      <p:sp>
        <p:nvSpPr>
          <p:cNvPr id="145" name="事件流-key-0">
            <a:extLst xmlns:a="http://schemas.openxmlformats.org/drawingml/2006/main">
              <a:ext uri="{FF2B5EF4-FFF2-40B4-BE49-F238E27FC236}">
                <a16:creationId xmlns:a16="http://schemas.microsoft.com/office/drawing/2014/main" id="{48E16EC3-1834-4C3C-B43D-DDDA0B64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670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46" name="事件流-val-0">
            <a:extLst xmlns:a="http://schemas.openxmlformats.org/drawingml/2006/main">
              <a:ext uri="{FF2B5EF4-FFF2-40B4-BE49-F238E27FC236}">
                <a16:creationId xmlns:a16="http://schemas.microsoft.com/office/drawing/2014/main" id="{6AA9C122-409E-4D9C-B519-80EDCAEB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6700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47" name="事件流-ktext-0">
            <a:extLst xmlns:a="http://schemas.openxmlformats.org/drawingml/2006/main">
              <a:ext uri="{FF2B5EF4-FFF2-40B4-BE49-F238E27FC236}">
                <a16:creationId xmlns:a16="http://schemas.microsoft.com/office/drawing/2014/main" id="{7BA6C736-62B2-4D30-9215-0D151FF3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860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rPr>
              <a:t>规模</a:t>
            </a:r>
          </a:p>
        </p:txBody>
      </p:sp>
      <p:sp>
        <p:nvSpPr>
          <p:cNvPr id="148" name="事件流-vtext-0">
            <a:extLst xmlns:a="http://schemas.openxmlformats.org/drawingml/2006/main">
              <a:ext uri="{FF2B5EF4-FFF2-40B4-BE49-F238E27FC236}">
                <a16:creationId xmlns:a16="http://schemas.microsoft.com/office/drawing/2014/main" id="{29E58059-493C-4E8D-90EC-DFF60FDA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86050"/>
            <a:ext cx="1190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rPr>
              <a:t>6 类边界</a:t>
            </a:r>
          </a:p>
        </p:txBody>
      </p:sp>
      <p:sp>
        <p:nvSpPr>
          <p:cNvPr id="149" name="事件流-key-1">
            <a:extLst xmlns:a="http://schemas.openxmlformats.org/drawingml/2006/main">
              <a:ext uri="{FF2B5EF4-FFF2-40B4-BE49-F238E27FC236}">
                <a16:creationId xmlns:a16="http://schemas.microsoft.com/office/drawing/2014/main" id="{51EBCCFF-7818-416F-A3AB-B18EE1E1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50" name="事件流-val-1">
            <a:extLst xmlns:a="http://schemas.openxmlformats.org/drawingml/2006/main">
              <a:ext uri="{FF2B5EF4-FFF2-40B4-BE49-F238E27FC236}">
                <a16:creationId xmlns:a16="http://schemas.microsoft.com/office/drawing/2014/main" id="{9C929CF9-2CF6-4E27-A3C0-97016383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51" name="事件流-ktext-1">
            <a:extLst xmlns:a="http://schemas.openxmlformats.org/drawingml/2006/main">
              <a:ext uri="{FF2B5EF4-FFF2-40B4-BE49-F238E27FC236}">
                <a16:creationId xmlns:a16="http://schemas.microsoft.com/office/drawing/2014/main" id="{553A10F9-E647-4EE8-B376-16AC5F6D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rPr>
              <a:t>覆盖</a:t>
            </a:r>
          </a:p>
        </p:txBody>
      </p:sp>
      <p:sp>
        <p:nvSpPr>
          <p:cNvPr id="152" name="事件流-vtext-1">
            <a:extLst xmlns:a="http://schemas.openxmlformats.org/drawingml/2006/main">
              <a:ext uri="{FF2B5EF4-FFF2-40B4-BE49-F238E27FC236}">
                <a16:creationId xmlns:a16="http://schemas.microsoft.com/office/drawing/2014/main" id="{E29B3F63-EA86-430D-AEA8-46AE38EA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76550"/>
            <a:ext cx="1190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rPr>
              <a:t>请求/模型/能力/网关/健康/系统</a:t>
            </a:r>
          </a:p>
        </p:txBody>
      </p:sp>
      <p:sp>
        <p:nvSpPr>
          <p:cNvPr id="153" name="事件流-key-2">
            <a:extLst xmlns:a="http://schemas.openxmlformats.org/drawingml/2006/main">
              <a:ext uri="{FF2B5EF4-FFF2-40B4-BE49-F238E27FC236}">
                <a16:creationId xmlns:a16="http://schemas.microsoft.com/office/drawing/2014/main" id="{EA6C5C39-9243-441B-8832-AC7169FE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54" name="事件流-val-2">
            <a:extLst xmlns:a="http://schemas.openxmlformats.org/drawingml/2006/main">
              <a:ext uri="{FF2B5EF4-FFF2-40B4-BE49-F238E27FC236}">
                <a16:creationId xmlns:a16="http://schemas.microsoft.com/office/drawing/2014/main" id="{76DE3738-08A5-40B0-A29F-3E94E1AF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4800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55" name="事件流-ktext-2">
            <a:extLst xmlns:a="http://schemas.openxmlformats.org/drawingml/2006/main">
              <a:ext uri="{FF2B5EF4-FFF2-40B4-BE49-F238E27FC236}">
                <a16:creationId xmlns:a16="http://schemas.microsoft.com/office/drawing/2014/main" id="{F2996CD8-0602-4756-9554-DEF3F6F6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6" name="事件流-vtext-2">
            <a:extLst xmlns:a="http://schemas.openxmlformats.org/drawingml/2006/main">
              <a:ext uri="{FF2B5EF4-FFF2-40B4-BE49-F238E27FC236}">
                <a16:creationId xmlns:a16="http://schemas.microsoft.com/office/drawing/2014/main" id="{52FE3E1E-2E31-4F0A-A85B-6BEAFCE8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067050"/>
            <a:ext cx="1190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rPr>
              <a:t>全流程先串起来</a:t>
            </a:r>
          </a:p>
        </p:txBody>
      </p:sp>
      <p:sp>
        <p:nvSpPr>
          <p:cNvPr id="157" name="结构化日志-box">
            <a:extLst xmlns:a="http://schemas.openxmlformats.org/drawingml/2006/main">
              <a:ext uri="{FF2B5EF4-FFF2-40B4-BE49-F238E27FC236}">
                <a16:creationId xmlns:a16="http://schemas.microsoft.com/office/drawing/2014/main" id="{3EE0B4AB-6EF1-4B72-9F62-C35785D4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495550"/>
            <a:ext cx="1590675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4C7"/>
            </a:solidFill>
            <a:prstDash val="solid"/>
          </a:ln>
        </p:spPr>
      </p:sp>
      <p:sp>
        <p:nvSpPr>
          <p:cNvPr id="158" name="结构化日志-head">
            <a:extLst xmlns:a="http://schemas.openxmlformats.org/drawingml/2006/main">
              <a:ext uri="{FF2B5EF4-FFF2-40B4-BE49-F238E27FC236}">
                <a16:creationId xmlns:a16="http://schemas.microsoft.com/office/drawing/2014/main" id="{C926A973-C061-4383-AFAF-A6065A3D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495550"/>
            <a:ext cx="1590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159" name="结构化日志-title">
            <a:extLst xmlns:a="http://schemas.openxmlformats.org/drawingml/2006/main">
              <a:ext uri="{FF2B5EF4-FFF2-40B4-BE49-F238E27FC236}">
                <a16:creationId xmlns:a16="http://schemas.microsoft.com/office/drawing/2014/main" id="{A8C7FB20-8D0E-4BA2-84CD-902DBA70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505075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结构化日志</a:t>
            </a:r>
          </a:p>
        </p:txBody>
      </p:sp>
      <p:sp>
        <p:nvSpPr>
          <p:cNvPr id="160" name="结构化日志-key-0">
            <a:extLst xmlns:a="http://schemas.openxmlformats.org/drawingml/2006/main">
              <a:ext uri="{FF2B5EF4-FFF2-40B4-BE49-F238E27FC236}">
                <a16:creationId xmlns:a16="http://schemas.microsoft.com/office/drawing/2014/main" id="{C4DAE33F-0539-44F1-8608-DB55F1A4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6670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61" name="结构化日志-val-0">
            <a:extLst xmlns:a="http://schemas.openxmlformats.org/drawingml/2006/main">
              <a:ext uri="{FF2B5EF4-FFF2-40B4-BE49-F238E27FC236}">
                <a16:creationId xmlns:a16="http://schemas.microsoft.com/office/drawing/2014/main" id="{2F1CDCAB-C500-49AC-8E0F-B7927A76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66700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62" name="结构化日志-ktext-0">
            <a:extLst xmlns:a="http://schemas.openxmlformats.org/drawingml/2006/main">
              <a:ext uri="{FF2B5EF4-FFF2-40B4-BE49-F238E27FC236}">
                <a16:creationId xmlns:a16="http://schemas.microsoft.com/office/drawing/2014/main" id="{A9E7FD47-75F7-4E22-B32F-61B5E5F5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6860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rPr>
              <a:t>规模</a:t>
            </a:r>
          </a:p>
        </p:txBody>
      </p:sp>
      <p:sp>
        <p:nvSpPr>
          <p:cNvPr id="163" name="结构化日志-vtext-0">
            <a:extLst xmlns:a="http://schemas.openxmlformats.org/drawingml/2006/main">
              <a:ext uri="{FF2B5EF4-FFF2-40B4-BE49-F238E27FC236}">
                <a16:creationId xmlns:a16="http://schemas.microsoft.com/office/drawing/2014/main" id="{EF41D838-D239-44FF-A7A7-E6D30973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86050"/>
            <a:ext cx="1190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rPr>
              <a:t>18 类日志</a:t>
            </a:r>
          </a:p>
        </p:txBody>
      </p:sp>
      <p:sp>
        <p:nvSpPr>
          <p:cNvPr id="164" name="结构化日志-key-1">
            <a:extLst xmlns:a="http://schemas.openxmlformats.org/drawingml/2006/main">
              <a:ext uri="{FF2B5EF4-FFF2-40B4-BE49-F238E27FC236}">
                <a16:creationId xmlns:a16="http://schemas.microsoft.com/office/drawing/2014/main" id="{AD4DB5AA-9B39-4AC9-9B67-906822AF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8575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65" name="结构化日志-val-1">
            <a:extLst xmlns:a="http://schemas.openxmlformats.org/drawingml/2006/main">
              <a:ext uri="{FF2B5EF4-FFF2-40B4-BE49-F238E27FC236}">
                <a16:creationId xmlns:a16="http://schemas.microsoft.com/office/drawing/2014/main" id="{B479E769-9460-4F7B-BD99-7CA1384A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85750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66" name="结构化日志-ktext-1">
            <a:extLst xmlns:a="http://schemas.openxmlformats.org/drawingml/2006/main">
              <a:ext uri="{FF2B5EF4-FFF2-40B4-BE49-F238E27FC236}">
                <a16:creationId xmlns:a16="http://schemas.microsoft.com/office/drawing/2014/main" id="{13EEB206-7A68-4471-9B13-0025A7EB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8765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rPr>
              <a:t>覆盖</a:t>
            </a:r>
          </a:p>
        </p:txBody>
      </p:sp>
      <p:sp>
        <p:nvSpPr>
          <p:cNvPr id="167" name="结构化日志-vtext-1">
            <a:extLst xmlns:a="http://schemas.openxmlformats.org/drawingml/2006/main">
              <a:ext uri="{FF2B5EF4-FFF2-40B4-BE49-F238E27FC236}">
                <a16:creationId xmlns:a16="http://schemas.microsoft.com/office/drawing/2014/main" id="{52A76CFC-3B6A-4870-ADAE-8D574585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876550"/>
            <a:ext cx="1190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rPr>
              <a:t>请求/模型/工具/网关/调度/恢复</a:t>
            </a:r>
          </a:p>
        </p:txBody>
      </p:sp>
      <p:sp>
        <p:nvSpPr>
          <p:cNvPr id="168" name="结构化日志-key-2">
            <a:extLst xmlns:a="http://schemas.openxmlformats.org/drawingml/2006/main">
              <a:ext uri="{FF2B5EF4-FFF2-40B4-BE49-F238E27FC236}">
                <a16:creationId xmlns:a16="http://schemas.microsoft.com/office/drawing/2014/main" id="{545DC816-098C-46C7-91D5-8A1C778C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0480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69" name="结构化日志-val-2">
            <a:extLst xmlns:a="http://schemas.openxmlformats.org/drawingml/2006/main">
              <a:ext uri="{FF2B5EF4-FFF2-40B4-BE49-F238E27FC236}">
                <a16:creationId xmlns:a16="http://schemas.microsoft.com/office/drawing/2014/main" id="{DF6D8962-17CB-4ABA-9090-26830151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04800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70" name="结构化日志-ktext-2">
            <a:extLst xmlns:a="http://schemas.openxmlformats.org/drawingml/2006/main">
              <a:ext uri="{FF2B5EF4-FFF2-40B4-BE49-F238E27FC236}">
                <a16:creationId xmlns:a16="http://schemas.microsoft.com/office/drawing/2014/main" id="{9F22850C-5449-4C3B-A829-34232EE9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0670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71" name="结构化日志-vtext-2">
            <a:extLst xmlns:a="http://schemas.openxmlformats.org/drawingml/2006/main">
              <a:ext uri="{FF2B5EF4-FFF2-40B4-BE49-F238E27FC236}">
                <a16:creationId xmlns:a16="http://schemas.microsoft.com/office/drawing/2014/main" id="{CF04448F-55CD-4739-ACFB-F17D5C62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067050"/>
            <a:ext cx="1190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rPr>
              <a:t>定位、复盘、降级识别</a:t>
            </a:r>
          </a:p>
        </p:txBody>
      </p:sp>
      <p:sp>
        <p:nvSpPr>
          <p:cNvPr id="172" name="审计-box">
            <a:extLst xmlns:a="http://schemas.openxmlformats.org/drawingml/2006/main">
              <a:ext uri="{FF2B5EF4-FFF2-40B4-BE49-F238E27FC236}">
                <a16:creationId xmlns:a16="http://schemas.microsoft.com/office/drawing/2014/main" id="{183B39AE-02D1-4E8C-858F-C783B462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95650"/>
            <a:ext cx="1590675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4C7"/>
            </a:solidFill>
            <a:prstDash val="solid"/>
          </a:ln>
        </p:spPr>
      </p:sp>
      <p:sp>
        <p:nvSpPr>
          <p:cNvPr id="173" name="审计-head">
            <a:extLst xmlns:a="http://schemas.openxmlformats.org/drawingml/2006/main">
              <a:ext uri="{FF2B5EF4-FFF2-40B4-BE49-F238E27FC236}">
                <a16:creationId xmlns:a16="http://schemas.microsoft.com/office/drawing/2014/main" id="{190F000D-01CD-4750-B87A-AA60F567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95650"/>
            <a:ext cx="1590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174" name="审计-title">
            <a:extLst xmlns:a="http://schemas.openxmlformats.org/drawingml/2006/main">
              <a:ext uri="{FF2B5EF4-FFF2-40B4-BE49-F238E27FC236}">
                <a16:creationId xmlns:a16="http://schemas.microsoft.com/office/drawing/2014/main" id="{31C34975-FD01-42F2-8154-8279591B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05175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  <p:sp>
        <p:nvSpPr>
          <p:cNvPr id="175" name="审计-key-0">
            <a:extLst xmlns:a="http://schemas.openxmlformats.org/drawingml/2006/main">
              <a:ext uri="{FF2B5EF4-FFF2-40B4-BE49-F238E27FC236}">
                <a16:creationId xmlns:a16="http://schemas.microsoft.com/office/drawing/2014/main" id="{45495286-927A-4BB3-8B75-A0ED1C8D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671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76" name="审计-val-0">
            <a:extLst xmlns:a="http://schemas.openxmlformats.org/drawingml/2006/main">
              <a:ext uri="{FF2B5EF4-FFF2-40B4-BE49-F238E27FC236}">
                <a16:creationId xmlns:a16="http://schemas.microsoft.com/office/drawing/2014/main" id="{DE83E1C9-E36C-4572-919B-6323C219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77" name="审计-ktext-0">
            <a:extLst xmlns:a="http://schemas.openxmlformats.org/drawingml/2006/main">
              <a:ext uri="{FF2B5EF4-FFF2-40B4-BE49-F238E27FC236}">
                <a16:creationId xmlns:a16="http://schemas.microsoft.com/office/drawing/2014/main" id="{15C13A1B-E477-479C-9C3B-BC350727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861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rPr>
              <a:t>规模</a:t>
            </a:r>
          </a:p>
        </p:txBody>
      </p:sp>
      <p:sp>
        <p:nvSpPr>
          <p:cNvPr id="178" name="审计-vtext-0">
            <a:extLst xmlns:a="http://schemas.openxmlformats.org/drawingml/2006/main">
              <a:ext uri="{FF2B5EF4-FFF2-40B4-BE49-F238E27FC236}">
                <a16:creationId xmlns:a16="http://schemas.microsoft.com/office/drawing/2014/main" id="{0997EDE4-3B45-46F6-9218-13D71BF4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486150"/>
            <a:ext cx="1190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rPr>
              <a:t>23 类事件</a:t>
            </a:r>
          </a:p>
        </p:txBody>
      </p:sp>
      <p:sp>
        <p:nvSpPr>
          <p:cNvPr id="179" name="审计-key-1">
            <a:extLst xmlns:a="http://schemas.openxmlformats.org/drawingml/2006/main">
              <a:ext uri="{FF2B5EF4-FFF2-40B4-BE49-F238E27FC236}">
                <a16:creationId xmlns:a16="http://schemas.microsoft.com/office/drawing/2014/main" id="{AE6611A4-05C9-42C8-9325-12CE471A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576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80" name="审计-val-1">
            <a:extLst xmlns:a="http://schemas.openxmlformats.org/drawingml/2006/main">
              <a:ext uri="{FF2B5EF4-FFF2-40B4-BE49-F238E27FC236}">
                <a16:creationId xmlns:a16="http://schemas.microsoft.com/office/drawing/2014/main" id="{045038EC-DFB4-4F9B-ADCA-8610F4A2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5760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81" name="审计-ktext-1">
            <a:extLst xmlns:a="http://schemas.openxmlformats.org/drawingml/2006/main">
              <a:ext uri="{FF2B5EF4-FFF2-40B4-BE49-F238E27FC236}">
                <a16:creationId xmlns:a16="http://schemas.microsoft.com/office/drawing/2014/main" id="{44671B6C-DAD5-40E9-ACF9-39A0F8BD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766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rPr>
              <a:t>覆盖</a:t>
            </a:r>
          </a:p>
        </p:txBody>
      </p:sp>
      <p:sp>
        <p:nvSpPr>
          <p:cNvPr id="182" name="审计-vtext-1">
            <a:extLst xmlns:a="http://schemas.openxmlformats.org/drawingml/2006/main">
              <a:ext uri="{FF2B5EF4-FFF2-40B4-BE49-F238E27FC236}">
                <a16:creationId xmlns:a16="http://schemas.microsoft.com/office/drawing/2014/main" id="{4063C8F0-E103-403B-BC5D-04810A6F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676650"/>
            <a:ext cx="1190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rPr>
              <a:t>请求终态/能力安全/模型凭证/策略</a:t>
            </a:r>
          </a:p>
        </p:txBody>
      </p:sp>
      <p:sp>
        <p:nvSpPr>
          <p:cNvPr id="183" name="审计-key-2">
            <a:extLst xmlns:a="http://schemas.openxmlformats.org/drawingml/2006/main">
              <a:ext uri="{FF2B5EF4-FFF2-40B4-BE49-F238E27FC236}">
                <a16:creationId xmlns:a16="http://schemas.microsoft.com/office/drawing/2014/main" id="{E6E59FAC-C152-43D6-9CE5-5951C0DA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481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84" name="审计-val-2">
            <a:extLst xmlns:a="http://schemas.openxmlformats.org/drawingml/2006/main">
              <a:ext uri="{FF2B5EF4-FFF2-40B4-BE49-F238E27FC236}">
                <a16:creationId xmlns:a16="http://schemas.microsoft.com/office/drawing/2014/main" id="{D5C28018-D082-4C72-96D7-4321A7CD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4810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85" name="审计-ktext-2">
            <a:extLst xmlns:a="http://schemas.openxmlformats.org/drawingml/2006/main">
              <a:ext uri="{FF2B5EF4-FFF2-40B4-BE49-F238E27FC236}">
                <a16:creationId xmlns:a16="http://schemas.microsoft.com/office/drawing/2014/main" id="{5B98B7A5-1887-4C1F-8153-4955C4A0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671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86" name="审计-vtext-2">
            <a:extLst xmlns:a="http://schemas.openxmlformats.org/drawingml/2006/main">
              <a:ext uri="{FF2B5EF4-FFF2-40B4-BE49-F238E27FC236}">
                <a16:creationId xmlns:a16="http://schemas.microsoft.com/office/drawing/2014/main" id="{F66D028A-F322-4FC9-9E66-BBAF56A4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867150"/>
            <a:ext cx="1190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rPr>
              <a:t>AI 访问和治理留痕</a:t>
            </a:r>
          </a:p>
        </p:txBody>
      </p:sp>
      <p:sp>
        <p:nvSpPr>
          <p:cNvPr id="187" name="监控指标-box">
            <a:extLst xmlns:a="http://schemas.openxmlformats.org/drawingml/2006/main">
              <a:ext uri="{FF2B5EF4-FFF2-40B4-BE49-F238E27FC236}">
                <a16:creationId xmlns:a16="http://schemas.microsoft.com/office/drawing/2014/main" id="{4156EB23-C9E5-4F1A-BC02-FF39C52D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295650"/>
            <a:ext cx="1590675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4C7"/>
            </a:solidFill>
            <a:prstDash val="solid"/>
          </a:ln>
        </p:spPr>
      </p:sp>
      <p:sp>
        <p:nvSpPr>
          <p:cNvPr id="188" name="监控指标-head">
            <a:extLst xmlns:a="http://schemas.openxmlformats.org/drawingml/2006/main">
              <a:ext uri="{FF2B5EF4-FFF2-40B4-BE49-F238E27FC236}">
                <a16:creationId xmlns:a16="http://schemas.microsoft.com/office/drawing/2014/main" id="{2B0E7719-32E9-4020-9055-13E4EAE7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295650"/>
            <a:ext cx="1590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189" name="监控指标-title">
            <a:extLst xmlns:a="http://schemas.openxmlformats.org/drawingml/2006/main">
              <a:ext uri="{FF2B5EF4-FFF2-40B4-BE49-F238E27FC236}">
                <a16:creationId xmlns:a16="http://schemas.microsoft.com/office/drawing/2014/main" id="{82013E71-410E-471C-A5D9-5B3FD160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305175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监控指标</a:t>
            </a:r>
          </a:p>
        </p:txBody>
      </p:sp>
      <p:sp>
        <p:nvSpPr>
          <p:cNvPr id="190" name="监控指标-key-0">
            <a:extLst xmlns:a="http://schemas.openxmlformats.org/drawingml/2006/main">
              <a:ext uri="{FF2B5EF4-FFF2-40B4-BE49-F238E27FC236}">
                <a16:creationId xmlns:a16="http://schemas.microsoft.com/office/drawing/2014/main" id="{E79C1FEC-563F-47D9-A4A3-40CAB5AC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4671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91" name="监控指标-val-0">
            <a:extLst xmlns:a="http://schemas.openxmlformats.org/drawingml/2006/main">
              <a:ext uri="{FF2B5EF4-FFF2-40B4-BE49-F238E27FC236}">
                <a16:creationId xmlns:a16="http://schemas.microsoft.com/office/drawing/2014/main" id="{55E5CA32-1B52-445B-B1C6-D2A3F5C3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6710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92" name="监控指标-ktext-0">
            <a:extLst xmlns:a="http://schemas.openxmlformats.org/drawingml/2006/main">
              <a:ext uri="{FF2B5EF4-FFF2-40B4-BE49-F238E27FC236}">
                <a16:creationId xmlns:a16="http://schemas.microsoft.com/office/drawing/2014/main" id="{1AC2D3B7-3D3E-42D8-93CD-9B3F069F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4861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rPr>
              <a:t>规模</a:t>
            </a:r>
          </a:p>
        </p:txBody>
      </p:sp>
      <p:sp>
        <p:nvSpPr>
          <p:cNvPr id="193" name="监控指标-vtext-0">
            <a:extLst xmlns:a="http://schemas.openxmlformats.org/drawingml/2006/main">
              <a:ext uri="{FF2B5EF4-FFF2-40B4-BE49-F238E27FC236}">
                <a16:creationId xmlns:a16="http://schemas.microsoft.com/office/drawing/2014/main" id="{DFE4A28D-4CCF-42A1-BD06-3A6BFA93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486150"/>
            <a:ext cx="1190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rPr>
              <a:t>23 类指标</a:t>
            </a:r>
          </a:p>
        </p:txBody>
      </p:sp>
      <p:sp>
        <p:nvSpPr>
          <p:cNvPr id="194" name="监控指标-key-1">
            <a:extLst xmlns:a="http://schemas.openxmlformats.org/drawingml/2006/main">
              <a:ext uri="{FF2B5EF4-FFF2-40B4-BE49-F238E27FC236}">
                <a16:creationId xmlns:a16="http://schemas.microsoft.com/office/drawing/2014/main" id="{309DF75C-34E7-49A1-A7EB-6EC61892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6576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95" name="监控指标-val-1">
            <a:extLst xmlns:a="http://schemas.openxmlformats.org/drawingml/2006/main">
              <a:ext uri="{FF2B5EF4-FFF2-40B4-BE49-F238E27FC236}">
                <a16:creationId xmlns:a16="http://schemas.microsoft.com/office/drawing/2014/main" id="{A31C573B-9230-499A-9B5D-606A6B11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65760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96" name="监控指标-ktext-1">
            <a:extLst xmlns:a="http://schemas.openxmlformats.org/drawingml/2006/main">
              <a:ext uri="{FF2B5EF4-FFF2-40B4-BE49-F238E27FC236}">
                <a16:creationId xmlns:a16="http://schemas.microsoft.com/office/drawing/2014/main" id="{78FE9756-D5D7-4C4F-A15B-D11290DE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6766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rPr>
              <a:t>覆盖</a:t>
            </a:r>
          </a:p>
        </p:txBody>
      </p:sp>
      <p:sp>
        <p:nvSpPr>
          <p:cNvPr id="197" name="监控指标-vtext-1">
            <a:extLst xmlns:a="http://schemas.openxmlformats.org/drawingml/2006/main">
              <a:ext uri="{FF2B5EF4-FFF2-40B4-BE49-F238E27FC236}">
                <a16:creationId xmlns:a16="http://schemas.microsoft.com/office/drawing/2014/main" id="{2AB636E3-9049-4CB7-B1D8-CC2C9A81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676650"/>
            <a:ext cx="1190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rPr>
              <a:t>耗时/TTFT/chunk/token/结果/健康</a:t>
            </a:r>
          </a:p>
        </p:txBody>
      </p:sp>
      <p:sp>
        <p:nvSpPr>
          <p:cNvPr id="198" name="监控指标-key-2">
            <a:extLst xmlns:a="http://schemas.openxmlformats.org/drawingml/2006/main">
              <a:ext uri="{FF2B5EF4-FFF2-40B4-BE49-F238E27FC236}">
                <a16:creationId xmlns:a16="http://schemas.microsoft.com/office/drawing/2014/main" id="{729CC79B-E39B-4B44-9688-9CD7F856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8481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199" name="监控指标-val-2">
            <a:extLst xmlns:a="http://schemas.openxmlformats.org/drawingml/2006/main">
              <a:ext uri="{FF2B5EF4-FFF2-40B4-BE49-F238E27FC236}">
                <a16:creationId xmlns:a16="http://schemas.microsoft.com/office/drawing/2014/main" id="{79219F18-4292-4ECF-B4F3-C17804AA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84810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200" name="监控指标-ktext-2">
            <a:extLst xmlns:a="http://schemas.openxmlformats.org/drawingml/2006/main">
              <a:ext uri="{FF2B5EF4-FFF2-40B4-BE49-F238E27FC236}">
                <a16:creationId xmlns:a16="http://schemas.microsoft.com/office/drawing/2014/main" id="{82C439CE-FDAA-428E-9A0F-DCB82C5D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8671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201" name="监控指标-vtext-2">
            <a:extLst xmlns:a="http://schemas.openxmlformats.org/drawingml/2006/main">
              <a:ext uri="{FF2B5EF4-FFF2-40B4-BE49-F238E27FC236}">
                <a16:creationId xmlns:a16="http://schemas.microsoft.com/office/drawing/2014/main" id="{C5950902-5022-468E-8DDD-4B673AF2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867150"/>
            <a:ext cx="1190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rPr>
              <a:t>容量治理和性能调优</a:t>
            </a:r>
          </a:p>
        </p:txBody>
      </p:sp>
      <p:sp>
        <p:nvSpPr>
          <p:cNvPr id="202" name="Trace-box">
            <a:extLst xmlns:a="http://schemas.openxmlformats.org/drawingml/2006/main">
              <a:ext uri="{FF2B5EF4-FFF2-40B4-BE49-F238E27FC236}">
                <a16:creationId xmlns:a16="http://schemas.microsoft.com/office/drawing/2014/main" id="{E6488DAD-9626-445B-9A65-0DEFF03C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95750"/>
            <a:ext cx="1590675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4C7"/>
            </a:solidFill>
            <a:prstDash val="solid"/>
          </a:ln>
        </p:spPr>
      </p:sp>
      <p:sp>
        <p:nvSpPr>
          <p:cNvPr id="203" name="Trace-head">
            <a:extLst xmlns:a="http://schemas.openxmlformats.org/drawingml/2006/main">
              <a:ext uri="{FF2B5EF4-FFF2-40B4-BE49-F238E27FC236}">
                <a16:creationId xmlns:a16="http://schemas.microsoft.com/office/drawing/2014/main" id="{1F760986-D7BF-4070-9D89-2AA10B9A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95750"/>
            <a:ext cx="1590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204" name="Trace-title">
            <a:extLst xmlns:a="http://schemas.openxmlformats.org/drawingml/2006/main">
              <a:ext uri="{FF2B5EF4-FFF2-40B4-BE49-F238E27FC236}">
                <a16:creationId xmlns:a16="http://schemas.microsoft.com/office/drawing/2014/main" id="{A5969094-A5F0-44F1-BB58-4AB80A09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05275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205" name="Trace-key-0">
            <a:extLst xmlns:a="http://schemas.openxmlformats.org/drawingml/2006/main">
              <a:ext uri="{FF2B5EF4-FFF2-40B4-BE49-F238E27FC236}">
                <a16:creationId xmlns:a16="http://schemas.microsoft.com/office/drawing/2014/main" id="{9C8F543F-F002-49C3-ADA1-16F683FC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672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206" name="Trace-val-0">
            <a:extLst xmlns:a="http://schemas.openxmlformats.org/drawingml/2006/main">
              <a:ext uri="{FF2B5EF4-FFF2-40B4-BE49-F238E27FC236}">
                <a16:creationId xmlns:a16="http://schemas.microsoft.com/office/drawing/2014/main" id="{221A4767-E069-4BFD-8E4C-F03C2A82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6720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207" name="Trace-ktext-0">
            <a:extLst xmlns:a="http://schemas.openxmlformats.org/drawingml/2006/main">
              <a:ext uri="{FF2B5EF4-FFF2-40B4-BE49-F238E27FC236}">
                <a16:creationId xmlns:a16="http://schemas.microsoft.com/office/drawing/2014/main" id="{016B708C-A286-4E13-A6AB-D4F34BBE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862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rPr>
              <a:t>规模</a:t>
            </a:r>
          </a:p>
        </p:txBody>
      </p:sp>
      <p:sp>
        <p:nvSpPr>
          <p:cNvPr id="208" name="Trace-vtext-0">
            <a:extLst xmlns:a="http://schemas.openxmlformats.org/drawingml/2006/main">
              <a:ext uri="{FF2B5EF4-FFF2-40B4-BE49-F238E27FC236}">
                <a16:creationId xmlns:a16="http://schemas.microsoft.com/office/drawing/2014/main" id="{57C9B453-B501-44C9-BE12-12C18430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286250"/>
            <a:ext cx="1190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rPr>
              <a:t>OTel Span + Link</a:t>
            </a:r>
          </a:p>
        </p:txBody>
      </p:sp>
      <p:sp>
        <p:nvSpPr>
          <p:cNvPr id="209" name="Trace-key-1">
            <a:extLst xmlns:a="http://schemas.openxmlformats.org/drawingml/2006/main">
              <a:ext uri="{FF2B5EF4-FFF2-40B4-BE49-F238E27FC236}">
                <a16:creationId xmlns:a16="http://schemas.microsoft.com/office/drawing/2014/main" id="{BBFE5CFB-0E5B-4925-9588-9C1FCAE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577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210" name="Trace-val-1">
            <a:extLst xmlns:a="http://schemas.openxmlformats.org/drawingml/2006/main">
              <a:ext uri="{FF2B5EF4-FFF2-40B4-BE49-F238E27FC236}">
                <a16:creationId xmlns:a16="http://schemas.microsoft.com/office/drawing/2014/main" id="{84A3AE34-739A-4122-8A00-3E5D1C94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5770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211" name="Trace-ktext-1">
            <a:extLst xmlns:a="http://schemas.openxmlformats.org/drawingml/2006/main">
              <a:ext uri="{FF2B5EF4-FFF2-40B4-BE49-F238E27FC236}">
                <a16:creationId xmlns:a16="http://schemas.microsoft.com/office/drawing/2014/main" id="{AD3F045E-9D64-4E76-B61B-D72CD529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767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rPr>
              <a:t>覆盖</a:t>
            </a:r>
          </a:p>
        </p:txBody>
      </p:sp>
      <p:sp>
        <p:nvSpPr>
          <p:cNvPr id="212" name="Trace-vtext-1">
            <a:extLst xmlns:a="http://schemas.openxmlformats.org/drawingml/2006/main">
              <a:ext uri="{FF2B5EF4-FFF2-40B4-BE49-F238E27FC236}">
                <a16:creationId xmlns:a16="http://schemas.microsoft.com/office/drawing/2014/main" id="{C62661DB-C85D-4B78-A958-E83F86B5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476750"/>
            <a:ext cx="1190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rPr>
              <a:t>主路径 span/状态/稳定属性/traceparent</a:t>
            </a:r>
          </a:p>
        </p:txBody>
      </p:sp>
      <p:sp>
        <p:nvSpPr>
          <p:cNvPr id="213" name="Trace-key-2">
            <a:extLst xmlns:a="http://schemas.openxmlformats.org/drawingml/2006/main">
              <a:ext uri="{FF2B5EF4-FFF2-40B4-BE49-F238E27FC236}">
                <a16:creationId xmlns:a16="http://schemas.microsoft.com/office/drawing/2014/main" id="{6AA90712-A3AC-4607-9101-A0A42701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482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214" name="Trace-val-2">
            <a:extLst xmlns:a="http://schemas.openxmlformats.org/drawingml/2006/main">
              <a:ext uri="{FF2B5EF4-FFF2-40B4-BE49-F238E27FC236}">
                <a16:creationId xmlns:a16="http://schemas.microsoft.com/office/drawing/2014/main" id="{B877FD3B-0178-45CE-88EB-72A1A1EC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4820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215" name="Trace-ktext-2">
            <a:extLst xmlns:a="http://schemas.openxmlformats.org/drawingml/2006/main">
              <a:ext uri="{FF2B5EF4-FFF2-40B4-BE49-F238E27FC236}">
                <a16:creationId xmlns:a16="http://schemas.microsoft.com/office/drawing/2014/main" id="{BA9DE1DC-A504-4D58-834A-651FD040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672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216" name="Trace-vtext-2">
            <a:extLst xmlns:a="http://schemas.openxmlformats.org/drawingml/2006/main">
              <a:ext uri="{FF2B5EF4-FFF2-40B4-BE49-F238E27FC236}">
                <a16:creationId xmlns:a16="http://schemas.microsoft.com/office/drawing/2014/main" id="{C981808E-8741-4163-8763-FABF0DAE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667250"/>
            <a:ext cx="1190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rPr>
              <a:t>跨边界追踪和链路复盘</a:t>
            </a:r>
          </a:p>
        </p:txBody>
      </p:sp>
      <p:sp>
        <p:nvSpPr>
          <p:cNvPr id="217" name="安全治理-box">
            <a:extLst xmlns:a="http://schemas.openxmlformats.org/drawingml/2006/main">
              <a:ext uri="{FF2B5EF4-FFF2-40B4-BE49-F238E27FC236}">
                <a16:creationId xmlns:a16="http://schemas.microsoft.com/office/drawing/2014/main" id="{67A0E470-E410-4EED-BECA-A138CF30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095750"/>
            <a:ext cx="1590675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4C7"/>
            </a:solidFill>
            <a:prstDash val="solid"/>
          </a:ln>
        </p:spPr>
      </p:sp>
      <p:sp>
        <p:nvSpPr>
          <p:cNvPr id="218" name="安全治理-head">
            <a:extLst xmlns:a="http://schemas.openxmlformats.org/drawingml/2006/main">
              <a:ext uri="{FF2B5EF4-FFF2-40B4-BE49-F238E27FC236}">
                <a16:creationId xmlns:a16="http://schemas.microsoft.com/office/drawing/2014/main" id="{067B8F8F-34F4-4439-A4B5-013D2774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095750"/>
            <a:ext cx="1590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219" name="安全治理-title">
            <a:extLst xmlns:a="http://schemas.openxmlformats.org/drawingml/2006/main">
              <a:ext uri="{FF2B5EF4-FFF2-40B4-BE49-F238E27FC236}">
                <a16:creationId xmlns:a16="http://schemas.microsoft.com/office/drawing/2014/main" id="{F7189BF2-05A0-4066-AC95-F14AD9B0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105275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安全治理</a:t>
            </a:r>
          </a:p>
        </p:txBody>
      </p:sp>
      <p:sp>
        <p:nvSpPr>
          <p:cNvPr id="220" name="安全治理-key-0">
            <a:extLst xmlns:a="http://schemas.openxmlformats.org/drawingml/2006/main">
              <a:ext uri="{FF2B5EF4-FFF2-40B4-BE49-F238E27FC236}">
                <a16:creationId xmlns:a16="http://schemas.microsoft.com/office/drawing/2014/main" id="{28755143-23CB-4C64-913C-A72817CF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2672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221" name="安全治理-val-0">
            <a:extLst xmlns:a="http://schemas.openxmlformats.org/drawingml/2006/main">
              <a:ext uri="{FF2B5EF4-FFF2-40B4-BE49-F238E27FC236}">
                <a16:creationId xmlns:a16="http://schemas.microsoft.com/office/drawing/2014/main" id="{28A100FC-D17B-4003-B458-36F8BBD8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26720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222" name="安全治理-ktext-0">
            <a:extLst xmlns:a="http://schemas.openxmlformats.org/drawingml/2006/main">
              <a:ext uri="{FF2B5EF4-FFF2-40B4-BE49-F238E27FC236}">
                <a16:creationId xmlns:a16="http://schemas.microsoft.com/office/drawing/2014/main" id="{C7E8C1A7-9E97-4B52-A631-BC638001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2862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rPr>
              <a:t>规模</a:t>
            </a:r>
          </a:p>
        </p:txBody>
      </p:sp>
      <p:sp>
        <p:nvSpPr>
          <p:cNvPr id="223" name="安全治理-vtext-0">
            <a:extLst xmlns:a="http://schemas.openxmlformats.org/drawingml/2006/main">
              <a:ext uri="{FF2B5EF4-FFF2-40B4-BE49-F238E27FC236}">
                <a16:creationId xmlns:a16="http://schemas.microsoft.com/office/drawing/2014/main" id="{0EF4561E-2517-48B5-A1A1-79C30937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286250"/>
            <a:ext cx="1190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rPr>
              <a:t>统一脱敏策略</a:t>
            </a:r>
          </a:p>
        </p:txBody>
      </p:sp>
      <p:sp>
        <p:nvSpPr>
          <p:cNvPr id="224" name="安全治理-key-1">
            <a:extLst xmlns:a="http://schemas.openxmlformats.org/drawingml/2006/main">
              <a:ext uri="{FF2B5EF4-FFF2-40B4-BE49-F238E27FC236}">
                <a16:creationId xmlns:a16="http://schemas.microsoft.com/office/drawing/2014/main" id="{CCFD8AFB-2310-4C82-9164-6C65E864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4577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225" name="安全治理-val-1">
            <a:extLst xmlns:a="http://schemas.openxmlformats.org/drawingml/2006/main">
              <a:ext uri="{FF2B5EF4-FFF2-40B4-BE49-F238E27FC236}">
                <a16:creationId xmlns:a16="http://schemas.microsoft.com/office/drawing/2014/main" id="{BE7D0AD5-CB08-4FF0-AEEC-1C996068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45770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226" name="安全治理-ktext-1">
            <a:extLst xmlns:a="http://schemas.openxmlformats.org/drawingml/2006/main">
              <a:ext uri="{FF2B5EF4-FFF2-40B4-BE49-F238E27FC236}">
                <a16:creationId xmlns:a16="http://schemas.microsoft.com/office/drawing/2014/main" id="{5F5CA0DC-6864-4C42-919F-87393F5F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4767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rPr>
              <a:t>覆盖</a:t>
            </a:r>
          </a:p>
        </p:txBody>
      </p:sp>
      <p:sp>
        <p:nvSpPr>
          <p:cNvPr id="227" name="安全治理-vtext-1">
            <a:extLst xmlns:a="http://schemas.openxmlformats.org/drawingml/2006/main">
              <a:ext uri="{FF2B5EF4-FFF2-40B4-BE49-F238E27FC236}">
                <a16:creationId xmlns:a16="http://schemas.microsoft.com/office/drawing/2014/main" id="{0DDFE5F1-BDF9-47C9-AD7C-7EC74F5C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476750"/>
            <a:ext cx="1190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rPr>
              <a:t>prompt/模型输出/路径/密钥/附件内容</a:t>
            </a:r>
          </a:p>
        </p:txBody>
      </p:sp>
      <p:sp>
        <p:nvSpPr>
          <p:cNvPr id="228" name="安全治理-key-2">
            <a:extLst xmlns:a="http://schemas.openxmlformats.org/drawingml/2006/main">
              <a:ext uri="{FF2B5EF4-FFF2-40B4-BE49-F238E27FC236}">
                <a16:creationId xmlns:a16="http://schemas.microsoft.com/office/drawing/2014/main" id="{043C6EBA-E512-461C-A881-C3A58A3B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6482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229" name="安全治理-val-2">
            <a:extLst xmlns:a="http://schemas.openxmlformats.org/drawingml/2006/main">
              <a:ext uri="{FF2B5EF4-FFF2-40B4-BE49-F238E27FC236}">
                <a16:creationId xmlns:a16="http://schemas.microsoft.com/office/drawing/2014/main" id="{42FDF13D-E7A9-4092-9B19-969658AE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64820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BDEE2"/>
            </a:solidFill>
            <a:prstDash val="solid"/>
          </a:ln>
        </p:spPr>
      </p:sp>
      <p:sp>
        <p:nvSpPr>
          <p:cNvPr id="230" name="安全治理-ktext-2">
            <a:extLst xmlns:a="http://schemas.openxmlformats.org/drawingml/2006/main">
              <a:ext uri="{FF2B5EF4-FFF2-40B4-BE49-F238E27FC236}">
                <a16:creationId xmlns:a16="http://schemas.microsoft.com/office/drawing/2014/main" id="{5AC1537C-459D-48E2-9E09-687112F3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6672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231" name="安全治理-vtext-2">
            <a:extLst xmlns:a="http://schemas.openxmlformats.org/drawingml/2006/main">
              <a:ext uri="{FF2B5EF4-FFF2-40B4-BE49-F238E27FC236}">
                <a16:creationId xmlns:a16="http://schemas.microsoft.com/office/drawing/2014/main" id="{7CF1D75A-8A78-4ADF-90BE-420C04E7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667250"/>
            <a:ext cx="1190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484C54"/>
                </a:solidFill>
                <a:latin typeface="Microsoft YaHei"/>
                <a:ea typeface="Microsoft YaHei"/>
                <a:cs typeface="Microsoft YaHei"/>
              </a:rPr>
              <a:t>敏感信息不进入观测输出</a:t>
            </a:r>
          </a:p>
        </p:txBody>
      </p:sp>
      <p:sp>
        <p:nvSpPr>
          <p:cNvPr id="232" name="plan-box">
            <a:extLst xmlns:a="http://schemas.openxmlformats.org/drawingml/2006/main">
              <a:ext uri="{FF2B5EF4-FFF2-40B4-BE49-F238E27FC236}">
                <a16:creationId xmlns:a16="http://schemas.microsoft.com/office/drawing/2014/main" id="{4BEC695D-2144-4153-924E-4212F4F1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1087100" cy="11239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>
              <a:alpha val="86000"/>
            </a:srgbClr>
          </a:solidFill>
          <a:ln xmlns:a="http://schemas.openxmlformats.org/drawingml/2006/main" w="9525">
            <a:solidFill>
              <a:srgbClr val="E7C4A4"/>
            </a:solidFill>
            <a:prstDash val="solid"/>
          </a:ln>
        </p:spPr>
      </p:sp>
      <p:sp>
        <p:nvSpPr>
          <p:cNvPr id="233" name="plan-next">
            <a:extLst xmlns:a="http://schemas.openxmlformats.org/drawingml/2006/main">
              <a:ext uri="{FF2B5EF4-FFF2-40B4-BE49-F238E27FC236}">
                <a16:creationId xmlns:a16="http://schemas.microsoft.com/office/drawing/2014/main" id="{00F9EE9B-C20C-49D5-9AB0-6297EB94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2868D"/>
                </a:solidFill>
                <a:latin typeface="Microsoft YaHei"/>
                <a:ea typeface="Microsoft YaHei"/>
                <a:cs typeface="Microsoft YaHei"/>
              </a:rPr>
              <a:t>NEXT</a:t>
            </a:r>
          </a:p>
        </p:txBody>
      </p:sp>
      <p:sp>
        <p:nvSpPr>
          <p:cNvPr id="234" name="plan-title">
            <a:extLst xmlns:a="http://schemas.openxmlformats.org/drawingml/2006/main">
              <a:ext uri="{FF2B5EF4-FFF2-40B4-BE49-F238E27FC236}">
                <a16:creationId xmlns:a16="http://schemas.microsoft.com/office/drawing/2014/main" id="{F3FA18C0-0279-4028-8E59-057479A4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D41C26"/>
                </a:solidFill>
                <a:latin typeface="Microsoft YaHei"/>
                <a:ea typeface="Microsoft YaHei"/>
                <a:cs typeface="Microsoft YaHei"/>
              </a:rPr>
              <a:t>下一步计划</a:t>
            </a:r>
          </a:p>
        </p:txBody>
      </p:sp>
      <p:sp>
        <p:nvSpPr>
          <p:cNvPr id="235" name="plan-divider">
            <a:extLst xmlns:a="http://schemas.openxmlformats.org/drawingml/2006/main">
              <a:ext uri="{FF2B5EF4-FFF2-40B4-BE49-F238E27FC236}">
                <a16:creationId xmlns:a16="http://schemas.microsoft.com/office/drawing/2014/main" id="{007CBDB2-3EC9-4FAD-BF52-65579A13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6260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DEE2"/>
            </a:solidFill>
            <a:prstDash val="solid"/>
          </a:ln>
        </p:spPr>
      </p:sp>
      <p:sp>
        <p:nvSpPr>
          <p:cNvPr id="236" name="plan-num-0">
            <a:extLst xmlns:a="http://schemas.openxmlformats.org/drawingml/2006/main">
              <a:ext uri="{FF2B5EF4-FFF2-40B4-BE49-F238E27FC236}">
                <a16:creationId xmlns:a16="http://schemas.microsoft.com/office/drawing/2014/main" id="{5FBCF8A0-C99A-4622-8269-16F5F634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6292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237" name="plan-num-text-0">
            <a:extLst xmlns:a="http://schemas.openxmlformats.org/drawingml/2006/main">
              <a:ext uri="{FF2B5EF4-FFF2-40B4-BE49-F238E27FC236}">
                <a16:creationId xmlns:a16="http://schemas.microsoft.com/office/drawing/2014/main" id="{8BBB01E9-A1EC-43D3-8D64-32D9FA43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6388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38" name="plan-line-0">
            <a:extLst xmlns:a="http://schemas.openxmlformats.org/drawingml/2006/main">
              <a:ext uri="{FF2B5EF4-FFF2-40B4-BE49-F238E27FC236}">
                <a16:creationId xmlns:a16="http://schemas.microsoft.com/office/drawing/2014/main" id="{D01A4C8C-6F25-4AAC-BCA1-77C71A96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61975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在已覆盖请求、模型、能力、网关、健康和系统边界基础上，细化 workflow、RAG、remote adapter 的业务观测字段。</a:t>
            </a:r>
          </a:p>
        </p:txBody>
      </p:sp>
      <p:sp>
        <p:nvSpPr>
          <p:cNvPr id="239" name="plan-num-1">
            <a:extLst xmlns:a="http://schemas.openxmlformats.org/drawingml/2006/main">
              <a:ext uri="{FF2B5EF4-FFF2-40B4-BE49-F238E27FC236}">
                <a16:creationId xmlns:a16="http://schemas.microsoft.com/office/drawing/2014/main" id="{2ABBA863-50D9-49F3-B7E2-B6BFD979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9340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240" name="plan-num-text-1">
            <a:extLst xmlns:a="http://schemas.openxmlformats.org/drawingml/2006/main">
              <a:ext uri="{FF2B5EF4-FFF2-40B4-BE49-F238E27FC236}">
                <a16:creationId xmlns:a16="http://schemas.microsoft.com/office/drawing/2014/main" id="{93D21A00-26A0-47A3-BACD-0481828C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9436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41" name="plan-line-1">
            <a:extLst xmlns:a="http://schemas.openxmlformats.org/drawingml/2006/main">
              <a:ext uri="{FF2B5EF4-FFF2-40B4-BE49-F238E27FC236}">
                <a16:creationId xmlns:a16="http://schemas.microsoft.com/office/drawing/2014/main" id="{D2C8719C-3721-46C0-A23B-8E725EA5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92455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基于已有耗时、TTFT、chunk、token 和健康指标，建设阈值告警、容量趋势和退化预警看板。</a:t>
            </a:r>
          </a:p>
        </p:txBody>
      </p:sp>
      <p:sp>
        <p:nvSpPr>
          <p:cNvPr id="242" name="plan-num-2">
            <a:extLst xmlns:a="http://schemas.openxmlformats.org/drawingml/2006/main">
              <a:ext uri="{FF2B5EF4-FFF2-40B4-BE49-F238E27FC236}">
                <a16:creationId xmlns:a16="http://schemas.microsoft.com/office/drawing/2014/main" id="{050775A1-6D22-4E51-BCB1-DD3A5E8C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238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1C26"/>
          </a:solidFill>
          <a:ln xmlns:a="http://schemas.openxmlformats.org/drawingml/2006/main" w="0">
            <a:solidFill>
              <a:srgbClr val="D41C26"/>
            </a:solidFill>
            <a:prstDash val="solid"/>
          </a:ln>
        </p:spPr>
      </p:sp>
      <p:sp>
        <p:nvSpPr>
          <p:cNvPr id="243" name="plan-num-text-2">
            <a:extLst xmlns:a="http://schemas.openxmlformats.org/drawingml/2006/main">
              <a:ext uri="{FF2B5EF4-FFF2-40B4-BE49-F238E27FC236}">
                <a16:creationId xmlns:a16="http://schemas.microsoft.com/office/drawing/2014/main" id="{AC15C7F0-4289-4734-BE4E-6409DF56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2484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44" name="plan-line-2">
            <a:extLst xmlns:a="http://schemas.openxmlformats.org/drawingml/2006/main">
              <a:ext uri="{FF2B5EF4-FFF2-40B4-BE49-F238E27FC236}">
                <a16:creationId xmlns:a16="http://schemas.microsoft.com/office/drawing/2014/main" id="{B721F309-0E54-49D3-98F1-2512481D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22935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3138"/>
                </a:solidFill>
                <a:latin typeface="Microsoft YaHei"/>
                <a:ea typeface="Microsoft YaHei"/>
                <a:cs typeface="Microsoft YaHei"/>
              </a:rPr>
              <a:t>把日志、审计、指标、Trace 汇聚成运维复盘视图，并固化脱敏、非阻塞降级和主路径稳定性的 E2E 门禁。</a:t>
            </a:r>
          </a:p>
        </p:txBody>
      </p:sp>
    </p:spTree>
    <p:extLst>
      <p:ext uri="{BB962C8B-B14F-4D97-AF65-F5344CB8AC3E}">
        <p14:creationId xmlns:p14="http://schemas.microsoft.com/office/powerpoint/2010/main" val="471455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2026-07-06T14:08:58.9280000Z</dcterms:created>
  <dcterms:modified xsi:type="dcterms:W3CDTF">2026-07-06T14:08:58.9280000Z</dcterms:modified>
</coreProperties>
</file>